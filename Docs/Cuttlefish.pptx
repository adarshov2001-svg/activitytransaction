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sldIdLst>
    <p:sldId id="269" r:id="rId2"/>
    <p:sldId id="270" r:id="rId3"/>
    <p:sldId id="272" r:id="rId4"/>
    <p:sldId id="273" r:id="rId5"/>
    <p:sldId id="274" r:id="rId6"/>
    <p:sldId id="275" r:id="rId7"/>
    <p:sldId id="277" r:id="rId8"/>
    <p:sldId id="278" r:id="rId9"/>
    <p:sldId id="276" r:id="rId10"/>
    <p:sldId id="279" r:id="rId11"/>
    <p:sldId id="280" r:id="rId12"/>
    <p:sldId id="281" r:id="rId13"/>
    <p:sldId id="282" r:id="rId14"/>
    <p:sldId id="283" r:id="rId15"/>
    <p:sldId id="284" r:id="rId16"/>
    <p:sldId id="285" r:id="rId17"/>
    <p:sldId id="268" r:id="rId18"/>
  </p:sldIdLst>
  <p:sldSz cx="12192000" cy="6858000"/>
  <p:notesSz cx="7772400" cy="10058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5533381-EF12-102E-18A6-7056ABA724CB}" v="626" dt="2026-04-24T12:08:50.827"/>
    <p1510:client id="{A72BA986-0322-59BC-6B8A-6598982AABEA}" v="2" dt="2026-04-24T13:05:12.68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721" autoAdjust="0"/>
    <p:restoredTop sz="94660"/>
  </p:normalViewPr>
  <p:slideViewPr>
    <p:cSldViewPr snapToGrid="0">
      <p:cViewPr varScale="1">
        <p:scale>
          <a:sx n="88" d="100"/>
          <a:sy n="88" d="100"/>
        </p:scale>
        <p:origin x="96" y="12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ooja Muraleedharan" userId="S::pooja.c@johnsoftsystems.com::69aaf775-3b51-42a1-95ba-29f3aaf6224d" providerId="AD" clId="Web-{A72BA986-0322-59BC-6B8A-6598982AABEA}"/>
    <pc:docChg chg="modSld">
      <pc:chgData name="Pooja Muraleedharan" userId="S::pooja.c@johnsoftsystems.com::69aaf775-3b51-42a1-95ba-29f3aaf6224d" providerId="AD" clId="Web-{A72BA986-0322-59BC-6B8A-6598982AABEA}" dt="2026-04-24T13:05:12.688" v="1" actId="1076"/>
      <pc:docMkLst>
        <pc:docMk/>
      </pc:docMkLst>
      <pc:sldChg chg="modSp">
        <pc:chgData name="Pooja Muraleedharan" userId="S::pooja.c@johnsoftsystems.com::69aaf775-3b51-42a1-95ba-29f3aaf6224d" providerId="AD" clId="Web-{A72BA986-0322-59BC-6B8A-6598982AABEA}" dt="2026-04-24T13:05:12.688" v="1" actId="1076"/>
        <pc:sldMkLst>
          <pc:docMk/>
          <pc:sldMk cId="1061374589" sldId="280"/>
        </pc:sldMkLst>
        <pc:spChg chg="mod">
          <ac:chgData name="Pooja Muraleedharan" userId="S::pooja.c@johnsoftsystems.com::69aaf775-3b51-42a1-95ba-29f3aaf6224d" providerId="AD" clId="Web-{A72BA986-0322-59BC-6B8A-6598982AABEA}" dt="2026-04-24T13:05:12.688" v="1" actId="1076"/>
          <ac:spMkLst>
            <pc:docMk/>
            <pc:sldMk cId="1061374589" sldId="280"/>
            <ac:spMk id="2" creationId="{5323E9E4-BE27-A464-E427-59DBFED3A6F2}"/>
          </ac:spMkLst>
        </pc:spChg>
      </pc:sldChg>
    </pc:docChg>
  </pc:docChgLst>
  <pc:docChgLst>
    <pc:chgData name="Pooja Muraleedharan" userId="S::pooja.c@johnsoftsystems.com::69aaf775-3b51-42a1-95ba-29f3aaf6224d" providerId="AD" clId="Web-{15533381-EF12-102E-18A6-7056ABA724CB}"/>
    <pc:docChg chg="addSld delSld modSld sldOrd">
      <pc:chgData name="Pooja Muraleedharan" userId="S::pooja.c@johnsoftsystems.com::69aaf775-3b51-42a1-95ba-29f3aaf6224d" providerId="AD" clId="Web-{15533381-EF12-102E-18A6-7056ABA724CB}" dt="2026-04-24T12:08:50.827" v="482" actId="20577"/>
      <pc:docMkLst>
        <pc:docMk/>
      </pc:docMkLst>
      <pc:sldChg chg="addSp delSp modSp del ord">
        <pc:chgData name="Pooja Muraleedharan" userId="S::pooja.c@johnsoftsystems.com::69aaf775-3b51-42a1-95ba-29f3aaf6224d" providerId="AD" clId="Web-{15533381-EF12-102E-18A6-7056ABA724CB}" dt="2026-04-24T11:18:59.825" v="424"/>
        <pc:sldMkLst>
          <pc:docMk/>
          <pc:sldMk cId="3268941807" sldId="257"/>
        </pc:sldMkLst>
        <pc:spChg chg="add del">
          <ac:chgData name="Pooja Muraleedharan" userId="S::pooja.c@johnsoftsystems.com::69aaf775-3b51-42a1-95ba-29f3aaf6224d" providerId="AD" clId="Web-{15533381-EF12-102E-18A6-7056ABA724CB}" dt="2026-04-24T10:19:55.901" v="25"/>
          <ac:spMkLst>
            <pc:docMk/>
            <pc:sldMk cId="3268941807" sldId="257"/>
            <ac:spMk id="2" creationId="{5C39C23B-36B7-ED69-1183-D69A52F27898}"/>
          </ac:spMkLst>
        </pc:spChg>
        <pc:spChg chg="add del">
          <ac:chgData name="Pooja Muraleedharan" userId="S::pooja.c@johnsoftsystems.com::69aaf775-3b51-42a1-95ba-29f3aaf6224d" providerId="AD" clId="Web-{15533381-EF12-102E-18A6-7056ABA724CB}" dt="2026-04-24T10:19:55.573" v="24"/>
          <ac:spMkLst>
            <pc:docMk/>
            <pc:sldMk cId="3268941807" sldId="257"/>
            <ac:spMk id="21" creationId="{9633CE0A-A1C7-023D-B685-26B4CF3358A1}"/>
          </ac:spMkLst>
        </pc:spChg>
        <pc:spChg chg="add del mod">
          <ac:chgData name="Pooja Muraleedharan" userId="S::pooja.c@johnsoftsystems.com::69aaf775-3b51-42a1-95ba-29f3aaf6224d" providerId="AD" clId="Web-{15533381-EF12-102E-18A6-7056ABA724CB}" dt="2026-04-24T10:19:55.260" v="23" actId="1076"/>
          <ac:spMkLst>
            <pc:docMk/>
            <pc:sldMk cId="3268941807" sldId="257"/>
            <ac:spMk id="23" creationId="{E428C498-B6F1-22F9-37C2-DB930318E6FF}"/>
          </ac:spMkLst>
        </pc:spChg>
        <pc:cxnChg chg="mod">
          <ac:chgData name="Pooja Muraleedharan" userId="S::pooja.c@johnsoftsystems.com::69aaf775-3b51-42a1-95ba-29f3aaf6224d" providerId="AD" clId="Web-{15533381-EF12-102E-18A6-7056ABA724CB}" dt="2026-04-24T10:19:55.901" v="25"/>
          <ac:cxnSpMkLst>
            <pc:docMk/>
            <pc:sldMk cId="3268941807" sldId="257"/>
            <ac:cxnSpMk id="12" creationId="{F79C5C85-8103-EBD4-9C8F-784DDE64B434}"/>
          </ac:cxnSpMkLst>
        </pc:cxnChg>
      </pc:sldChg>
      <pc:sldChg chg="modSp">
        <pc:chgData name="Pooja Muraleedharan" userId="S::pooja.c@johnsoftsystems.com::69aaf775-3b51-42a1-95ba-29f3aaf6224d" providerId="AD" clId="Web-{15533381-EF12-102E-18A6-7056ABA724CB}" dt="2026-04-24T12:08:50.827" v="482" actId="20577"/>
        <pc:sldMkLst>
          <pc:docMk/>
          <pc:sldMk cId="2263463245" sldId="269"/>
        </pc:sldMkLst>
        <pc:spChg chg="mod">
          <ac:chgData name="Pooja Muraleedharan" userId="S::pooja.c@johnsoftsystems.com::69aaf775-3b51-42a1-95ba-29f3aaf6224d" providerId="AD" clId="Web-{15533381-EF12-102E-18A6-7056ABA724CB}" dt="2026-04-24T12:08:50.827" v="482" actId="20577"/>
          <ac:spMkLst>
            <pc:docMk/>
            <pc:sldMk cId="2263463245" sldId="269"/>
            <ac:spMk id="2" creationId="{1CA6954C-FB3B-7590-97D5-78BE169540C7}"/>
          </ac:spMkLst>
        </pc:spChg>
      </pc:sldChg>
      <pc:sldChg chg="modSp add replId">
        <pc:chgData name="Pooja Muraleedharan" userId="S::pooja.c@johnsoftsystems.com::69aaf775-3b51-42a1-95ba-29f3aaf6224d" providerId="AD" clId="Web-{15533381-EF12-102E-18A6-7056ABA724CB}" dt="2026-04-24T10:20:27.684" v="33" actId="1076"/>
        <pc:sldMkLst>
          <pc:docMk/>
          <pc:sldMk cId="1919517327" sldId="270"/>
        </pc:sldMkLst>
        <pc:spChg chg="mod">
          <ac:chgData name="Pooja Muraleedharan" userId="S::pooja.c@johnsoftsystems.com::69aaf775-3b51-42a1-95ba-29f3aaf6224d" providerId="AD" clId="Web-{15533381-EF12-102E-18A6-7056ABA724CB}" dt="2026-04-24T10:20:27.684" v="33" actId="1076"/>
          <ac:spMkLst>
            <pc:docMk/>
            <pc:sldMk cId="1919517327" sldId="270"/>
            <ac:spMk id="2" creationId="{250DE72B-ABFA-AB48-7B8F-5C6B323271ED}"/>
          </ac:spMkLst>
        </pc:spChg>
      </pc:sldChg>
      <pc:sldChg chg="add del replId">
        <pc:chgData name="Pooja Muraleedharan" userId="S::pooja.c@johnsoftsystems.com::69aaf775-3b51-42a1-95ba-29f3aaf6224d" providerId="AD" clId="Web-{15533381-EF12-102E-18A6-7056ABA724CB}" dt="2026-04-24T10:29:48.144" v="112"/>
        <pc:sldMkLst>
          <pc:docMk/>
          <pc:sldMk cId="816902055" sldId="271"/>
        </pc:sldMkLst>
      </pc:sldChg>
      <pc:sldChg chg="addSp modSp add replId">
        <pc:chgData name="Pooja Muraleedharan" userId="S::pooja.c@johnsoftsystems.com::69aaf775-3b51-42a1-95ba-29f3aaf6224d" providerId="AD" clId="Web-{15533381-EF12-102E-18A6-7056ABA724CB}" dt="2026-04-24T10:22:41.379" v="47" actId="1076"/>
        <pc:sldMkLst>
          <pc:docMk/>
          <pc:sldMk cId="699214687" sldId="272"/>
        </pc:sldMkLst>
        <pc:spChg chg="mod">
          <ac:chgData name="Pooja Muraleedharan" userId="S::pooja.c@johnsoftsystems.com::69aaf775-3b51-42a1-95ba-29f3aaf6224d" providerId="AD" clId="Web-{15533381-EF12-102E-18A6-7056ABA724CB}" dt="2026-04-24T10:22:41.379" v="47" actId="1076"/>
          <ac:spMkLst>
            <pc:docMk/>
            <pc:sldMk cId="699214687" sldId="272"/>
            <ac:spMk id="2" creationId="{122F4B64-D23A-74CC-CBD3-0BA96AD678B3}"/>
          </ac:spMkLst>
        </pc:spChg>
        <pc:spChg chg="add">
          <ac:chgData name="Pooja Muraleedharan" userId="S::pooja.c@johnsoftsystems.com::69aaf775-3b51-42a1-95ba-29f3aaf6224d" providerId="AD" clId="Web-{15533381-EF12-102E-18A6-7056ABA724CB}" dt="2026-04-24T10:21:57.658" v="36"/>
          <ac:spMkLst>
            <pc:docMk/>
            <pc:sldMk cId="699214687" sldId="272"/>
            <ac:spMk id="3" creationId="{2398937E-5A10-9565-B14D-2408B27FE5C3}"/>
          </ac:spMkLst>
        </pc:spChg>
      </pc:sldChg>
      <pc:sldChg chg="modSp add replId">
        <pc:chgData name="Pooja Muraleedharan" userId="S::pooja.c@johnsoftsystems.com::69aaf775-3b51-42a1-95ba-29f3aaf6224d" providerId="AD" clId="Web-{15533381-EF12-102E-18A6-7056ABA724CB}" dt="2026-04-24T10:32:54.819" v="147" actId="1076"/>
        <pc:sldMkLst>
          <pc:docMk/>
          <pc:sldMk cId="1931802615" sldId="273"/>
        </pc:sldMkLst>
        <pc:spChg chg="mod">
          <ac:chgData name="Pooja Muraleedharan" userId="S::pooja.c@johnsoftsystems.com::69aaf775-3b51-42a1-95ba-29f3aaf6224d" providerId="AD" clId="Web-{15533381-EF12-102E-18A6-7056ABA724CB}" dt="2026-04-24T10:32:54.819" v="147" actId="1076"/>
          <ac:spMkLst>
            <pc:docMk/>
            <pc:sldMk cId="1931802615" sldId="273"/>
            <ac:spMk id="2" creationId="{B209F905-9E9D-2B70-CC33-F780664B3C26}"/>
          </ac:spMkLst>
        </pc:spChg>
        <pc:spChg chg="mod">
          <ac:chgData name="Pooja Muraleedharan" userId="S::pooja.c@johnsoftsystems.com::69aaf775-3b51-42a1-95ba-29f3aaf6224d" providerId="AD" clId="Web-{15533381-EF12-102E-18A6-7056ABA724CB}" dt="2026-04-24T10:29:18.440" v="106" actId="20577"/>
          <ac:spMkLst>
            <pc:docMk/>
            <pc:sldMk cId="1931802615" sldId="273"/>
            <ac:spMk id="3" creationId="{540F2B4D-444A-8335-4A52-3A52169E9370}"/>
          </ac:spMkLst>
        </pc:spChg>
      </pc:sldChg>
      <pc:sldChg chg="modSp add replId">
        <pc:chgData name="Pooja Muraleedharan" userId="S::pooja.c@johnsoftsystems.com::69aaf775-3b51-42a1-95ba-29f3aaf6224d" providerId="AD" clId="Web-{15533381-EF12-102E-18A6-7056ABA724CB}" dt="2026-04-24T10:31:04.567" v="126" actId="1076"/>
        <pc:sldMkLst>
          <pc:docMk/>
          <pc:sldMk cId="1411436190" sldId="274"/>
        </pc:sldMkLst>
        <pc:spChg chg="mod">
          <ac:chgData name="Pooja Muraleedharan" userId="S::pooja.c@johnsoftsystems.com::69aaf775-3b51-42a1-95ba-29f3aaf6224d" providerId="AD" clId="Web-{15533381-EF12-102E-18A6-7056ABA724CB}" dt="2026-04-24T10:31:04.567" v="126" actId="1076"/>
          <ac:spMkLst>
            <pc:docMk/>
            <pc:sldMk cId="1411436190" sldId="274"/>
            <ac:spMk id="2" creationId="{9A5BF597-6060-CEA7-961C-EC5C5CD1CE0A}"/>
          </ac:spMkLst>
        </pc:spChg>
        <pc:spChg chg="mod">
          <ac:chgData name="Pooja Muraleedharan" userId="S::pooja.c@johnsoftsystems.com::69aaf775-3b51-42a1-95ba-29f3aaf6224d" providerId="AD" clId="Web-{15533381-EF12-102E-18A6-7056ABA724CB}" dt="2026-04-24T10:30:48.067" v="123" actId="20577"/>
          <ac:spMkLst>
            <pc:docMk/>
            <pc:sldMk cId="1411436190" sldId="274"/>
            <ac:spMk id="3" creationId="{8E7270C4-6DE8-1D04-3DDB-A1D5C99673DA}"/>
          </ac:spMkLst>
        </pc:spChg>
      </pc:sldChg>
      <pc:sldChg chg="new del">
        <pc:chgData name="Pooja Muraleedharan" userId="S::pooja.c@johnsoftsystems.com::69aaf775-3b51-42a1-95ba-29f3aaf6224d" providerId="AD" clId="Web-{15533381-EF12-102E-18A6-7056ABA724CB}" dt="2026-04-24T10:30:10.379" v="116"/>
        <pc:sldMkLst>
          <pc:docMk/>
          <pc:sldMk cId="4064431486" sldId="274"/>
        </pc:sldMkLst>
      </pc:sldChg>
      <pc:sldChg chg="modSp add ord replId">
        <pc:chgData name="Pooja Muraleedharan" userId="S::pooja.c@johnsoftsystems.com::69aaf775-3b51-42a1-95ba-29f3aaf6224d" providerId="AD" clId="Web-{15533381-EF12-102E-18A6-7056ABA724CB}" dt="2026-04-24T10:34:59.649" v="162" actId="20577"/>
        <pc:sldMkLst>
          <pc:docMk/>
          <pc:sldMk cId="1672229139" sldId="275"/>
        </pc:sldMkLst>
        <pc:spChg chg="mod">
          <ac:chgData name="Pooja Muraleedharan" userId="S::pooja.c@johnsoftsystems.com::69aaf775-3b51-42a1-95ba-29f3aaf6224d" providerId="AD" clId="Web-{15533381-EF12-102E-18A6-7056ABA724CB}" dt="2026-04-24T10:34:59.649" v="162" actId="20577"/>
          <ac:spMkLst>
            <pc:docMk/>
            <pc:sldMk cId="1672229139" sldId="275"/>
            <ac:spMk id="2" creationId="{89C06CD5-00AA-F1A6-F733-4988231317E4}"/>
          </ac:spMkLst>
        </pc:spChg>
        <pc:spChg chg="mod">
          <ac:chgData name="Pooja Muraleedharan" userId="S::pooja.c@johnsoftsystems.com::69aaf775-3b51-42a1-95ba-29f3aaf6224d" providerId="AD" clId="Web-{15533381-EF12-102E-18A6-7056ABA724CB}" dt="2026-04-24T10:34:18.914" v="157" actId="20577"/>
          <ac:spMkLst>
            <pc:docMk/>
            <pc:sldMk cId="1672229139" sldId="275"/>
            <ac:spMk id="3" creationId="{407D0152-E826-0964-F3EE-FB772331AEA0}"/>
          </ac:spMkLst>
        </pc:spChg>
      </pc:sldChg>
      <pc:sldChg chg="modSp add ord replId">
        <pc:chgData name="Pooja Muraleedharan" userId="S::pooja.c@johnsoftsystems.com::69aaf775-3b51-42a1-95ba-29f3aaf6224d" providerId="AD" clId="Web-{15533381-EF12-102E-18A6-7056ABA724CB}" dt="2026-04-24T11:05:07.398" v="325" actId="20577"/>
        <pc:sldMkLst>
          <pc:docMk/>
          <pc:sldMk cId="3725112163" sldId="276"/>
        </pc:sldMkLst>
        <pc:spChg chg="mod">
          <ac:chgData name="Pooja Muraleedharan" userId="S::pooja.c@johnsoftsystems.com::69aaf775-3b51-42a1-95ba-29f3aaf6224d" providerId="AD" clId="Web-{15533381-EF12-102E-18A6-7056ABA724CB}" dt="2026-04-24T10:56:46.554" v="252" actId="1076"/>
          <ac:spMkLst>
            <pc:docMk/>
            <pc:sldMk cId="3725112163" sldId="276"/>
            <ac:spMk id="2" creationId="{A47B0092-B0F4-BB70-2DF1-A107D8ED442A}"/>
          </ac:spMkLst>
        </pc:spChg>
        <pc:spChg chg="mod">
          <ac:chgData name="Pooja Muraleedharan" userId="S::pooja.c@johnsoftsystems.com::69aaf775-3b51-42a1-95ba-29f3aaf6224d" providerId="AD" clId="Web-{15533381-EF12-102E-18A6-7056ABA724CB}" dt="2026-04-24T11:05:07.398" v="325" actId="20577"/>
          <ac:spMkLst>
            <pc:docMk/>
            <pc:sldMk cId="3725112163" sldId="276"/>
            <ac:spMk id="3" creationId="{FB461248-A9CB-26B6-E9B5-EBE139D08A17}"/>
          </ac:spMkLst>
        </pc:spChg>
      </pc:sldChg>
      <pc:sldChg chg="modSp add replId">
        <pc:chgData name="Pooja Muraleedharan" userId="S::pooja.c@johnsoftsystems.com::69aaf775-3b51-42a1-95ba-29f3aaf6224d" providerId="AD" clId="Web-{15533381-EF12-102E-18A6-7056ABA724CB}" dt="2026-04-24T10:58:38.855" v="270" actId="1076"/>
        <pc:sldMkLst>
          <pc:docMk/>
          <pc:sldMk cId="2169721937" sldId="277"/>
        </pc:sldMkLst>
        <pc:spChg chg="mod">
          <ac:chgData name="Pooja Muraleedharan" userId="S::pooja.c@johnsoftsystems.com::69aaf775-3b51-42a1-95ba-29f3aaf6224d" providerId="AD" clId="Web-{15533381-EF12-102E-18A6-7056ABA724CB}" dt="2026-04-24T10:43:28.507" v="230" actId="20577"/>
          <ac:spMkLst>
            <pc:docMk/>
            <pc:sldMk cId="2169721937" sldId="277"/>
            <ac:spMk id="2" creationId="{1823EF0A-22D5-698D-45BE-F867843DA2BF}"/>
          </ac:spMkLst>
        </pc:spChg>
        <pc:spChg chg="mod">
          <ac:chgData name="Pooja Muraleedharan" userId="S::pooja.c@johnsoftsystems.com::69aaf775-3b51-42a1-95ba-29f3aaf6224d" providerId="AD" clId="Web-{15533381-EF12-102E-18A6-7056ABA724CB}" dt="2026-04-24T10:58:38.855" v="270" actId="1076"/>
          <ac:spMkLst>
            <pc:docMk/>
            <pc:sldMk cId="2169721937" sldId="277"/>
            <ac:spMk id="3" creationId="{D8C86CD1-F84F-5BDB-391E-EBC665478BBC}"/>
          </ac:spMkLst>
        </pc:spChg>
      </pc:sldChg>
      <pc:sldChg chg="delSp modSp add replId">
        <pc:chgData name="Pooja Muraleedharan" userId="S::pooja.c@johnsoftsystems.com::69aaf775-3b51-42a1-95ba-29f3aaf6224d" providerId="AD" clId="Web-{15533381-EF12-102E-18A6-7056ABA724CB}" dt="2026-04-24T10:50:53.078" v="236" actId="1076"/>
        <pc:sldMkLst>
          <pc:docMk/>
          <pc:sldMk cId="1710343793" sldId="278"/>
        </pc:sldMkLst>
        <pc:spChg chg="mod">
          <ac:chgData name="Pooja Muraleedharan" userId="S::pooja.c@johnsoftsystems.com::69aaf775-3b51-42a1-95ba-29f3aaf6224d" providerId="AD" clId="Web-{15533381-EF12-102E-18A6-7056ABA724CB}" dt="2026-04-24T10:50:53.078" v="236" actId="1076"/>
          <ac:spMkLst>
            <pc:docMk/>
            <pc:sldMk cId="1710343793" sldId="278"/>
            <ac:spMk id="2" creationId="{08D2297B-13B3-6E63-3394-184B957382E0}"/>
          </ac:spMkLst>
        </pc:spChg>
        <pc:spChg chg="del">
          <ac:chgData name="Pooja Muraleedharan" userId="S::pooja.c@johnsoftsystems.com::69aaf775-3b51-42a1-95ba-29f3aaf6224d" providerId="AD" clId="Web-{15533381-EF12-102E-18A6-7056ABA724CB}" dt="2026-04-24T10:50:43.313" v="234"/>
          <ac:spMkLst>
            <pc:docMk/>
            <pc:sldMk cId="1710343793" sldId="278"/>
            <ac:spMk id="3" creationId="{5AC890A8-686D-701A-2571-6DE321F61E26}"/>
          </ac:spMkLst>
        </pc:spChg>
      </pc:sldChg>
      <pc:sldChg chg="modSp add replId">
        <pc:chgData name="Pooja Muraleedharan" userId="S::pooja.c@johnsoftsystems.com::69aaf775-3b51-42a1-95ba-29f3aaf6224d" providerId="AD" clId="Web-{15533381-EF12-102E-18A6-7056ABA724CB}" dt="2026-04-24T11:05:14.429" v="326" actId="1076"/>
        <pc:sldMkLst>
          <pc:docMk/>
          <pc:sldMk cId="1151685469" sldId="279"/>
        </pc:sldMkLst>
        <pc:spChg chg="mod">
          <ac:chgData name="Pooja Muraleedharan" userId="S::pooja.c@johnsoftsystems.com::69aaf775-3b51-42a1-95ba-29f3aaf6224d" providerId="AD" clId="Web-{15533381-EF12-102E-18A6-7056ABA724CB}" dt="2026-04-24T11:02:16.769" v="314" actId="1076"/>
          <ac:spMkLst>
            <pc:docMk/>
            <pc:sldMk cId="1151685469" sldId="279"/>
            <ac:spMk id="2" creationId="{B4250A9E-33D5-C7A0-B317-3C4F78EDA75A}"/>
          </ac:spMkLst>
        </pc:spChg>
        <pc:spChg chg="mod">
          <ac:chgData name="Pooja Muraleedharan" userId="S::pooja.c@johnsoftsystems.com::69aaf775-3b51-42a1-95ba-29f3aaf6224d" providerId="AD" clId="Web-{15533381-EF12-102E-18A6-7056ABA724CB}" dt="2026-04-24T11:05:14.429" v="326" actId="1076"/>
          <ac:spMkLst>
            <pc:docMk/>
            <pc:sldMk cId="1151685469" sldId="279"/>
            <ac:spMk id="3" creationId="{C47BD51B-1AD1-38CD-0992-7DC41E167BC1}"/>
          </ac:spMkLst>
        </pc:spChg>
      </pc:sldChg>
      <pc:sldChg chg="delSp modSp add replId">
        <pc:chgData name="Pooja Muraleedharan" userId="S::pooja.c@johnsoftsystems.com::69aaf775-3b51-42a1-95ba-29f3aaf6224d" providerId="AD" clId="Web-{15533381-EF12-102E-18A6-7056ABA724CB}" dt="2026-04-24T11:11:10.366" v="339" actId="14100"/>
        <pc:sldMkLst>
          <pc:docMk/>
          <pc:sldMk cId="1061374589" sldId="280"/>
        </pc:sldMkLst>
        <pc:spChg chg="mod">
          <ac:chgData name="Pooja Muraleedharan" userId="S::pooja.c@johnsoftsystems.com::69aaf775-3b51-42a1-95ba-29f3aaf6224d" providerId="AD" clId="Web-{15533381-EF12-102E-18A6-7056ABA724CB}" dt="2026-04-24T11:11:10.366" v="339" actId="14100"/>
          <ac:spMkLst>
            <pc:docMk/>
            <pc:sldMk cId="1061374589" sldId="280"/>
            <ac:spMk id="2" creationId="{5323E9E4-BE27-A464-E427-59DBFED3A6F2}"/>
          </ac:spMkLst>
        </pc:spChg>
        <pc:spChg chg="del mod">
          <ac:chgData name="Pooja Muraleedharan" userId="S::pooja.c@johnsoftsystems.com::69aaf775-3b51-42a1-95ba-29f3aaf6224d" providerId="AD" clId="Web-{15533381-EF12-102E-18A6-7056ABA724CB}" dt="2026-04-24T11:10:53.208" v="334"/>
          <ac:spMkLst>
            <pc:docMk/>
            <pc:sldMk cId="1061374589" sldId="280"/>
            <ac:spMk id="3" creationId="{EF3C2C4A-2981-569F-76F1-1ADF12C3929A}"/>
          </ac:spMkLst>
        </pc:spChg>
      </pc:sldChg>
      <pc:sldChg chg="modSp add ord replId">
        <pc:chgData name="Pooja Muraleedharan" userId="S::pooja.c@johnsoftsystems.com::69aaf775-3b51-42a1-95ba-29f3aaf6224d" providerId="AD" clId="Web-{15533381-EF12-102E-18A6-7056ABA724CB}" dt="2026-04-24T11:12:40.731" v="364" actId="20577"/>
        <pc:sldMkLst>
          <pc:docMk/>
          <pc:sldMk cId="1013163778" sldId="281"/>
        </pc:sldMkLst>
        <pc:spChg chg="mod">
          <ac:chgData name="Pooja Muraleedharan" userId="S::pooja.c@johnsoftsystems.com::69aaf775-3b51-42a1-95ba-29f3aaf6224d" providerId="AD" clId="Web-{15533381-EF12-102E-18A6-7056ABA724CB}" dt="2026-04-24T11:12:40.731" v="364" actId="20577"/>
          <ac:spMkLst>
            <pc:docMk/>
            <pc:sldMk cId="1013163778" sldId="281"/>
            <ac:spMk id="2" creationId="{ACC037D8-B236-064A-DA72-140A1C834511}"/>
          </ac:spMkLst>
        </pc:spChg>
        <pc:spChg chg="mod">
          <ac:chgData name="Pooja Muraleedharan" userId="S::pooja.c@johnsoftsystems.com::69aaf775-3b51-42a1-95ba-29f3aaf6224d" providerId="AD" clId="Web-{15533381-EF12-102E-18A6-7056ABA724CB}" dt="2026-04-24T11:12:26.480" v="360" actId="20577"/>
          <ac:spMkLst>
            <pc:docMk/>
            <pc:sldMk cId="1013163778" sldId="281"/>
            <ac:spMk id="3" creationId="{168F06D7-F23E-4EAD-98DA-41D1215B4491}"/>
          </ac:spMkLst>
        </pc:spChg>
      </pc:sldChg>
      <pc:sldChg chg="modSp add replId">
        <pc:chgData name="Pooja Muraleedharan" userId="S::pooja.c@johnsoftsystems.com::69aaf775-3b51-42a1-95ba-29f3aaf6224d" providerId="AD" clId="Web-{15533381-EF12-102E-18A6-7056ABA724CB}" dt="2026-04-24T11:15:31.410" v="412" actId="20577"/>
        <pc:sldMkLst>
          <pc:docMk/>
          <pc:sldMk cId="2113812147" sldId="282"/>
        </pc:sldMkLst>
        <pc:spChg chg="mod">
          <ac:chgData name="Pooja Muraleedharan" userId="S::pooja.c@johnsoftsystems.com::69aaf775-3b51-42a1-95ba-29f3aaf6224d" providerId="AD" clId="Web-{15533381-EF12-102E-18A6-7056ABA724CB}" dt="2026-04-24T11:13:10.139" v="376" actId="20577"/>
          <ac:spMkLst>
            <pc:docMk/>
            <pc:sldMk cId="2113812147" sldId="282"/>
            <ac:spMk id="2" creationId="{9841C9AE-939A-4810-5B33-0E41D5D67505}"/>
          </ac:spMkLst>
        </pc:spChg>
        <pc:spChg chg="mod">
          <ac:chgData name="Pooja Muraleedharan" userId="S::pooja.c@johnsoftsystems.com::69aaf775-3b51-42a1-95ba-29f3aaf6224d" providerId="AD" clId="Web-{15533381-EF12-102E-18A6-7056ABA724CB}" dt="2026-04-24T11:15:31.410" v="412" actId="20577"/>
          <ac:spMkLst>
            <pc:docMk/>
            <pc:sldMk cId="2113812147" sldId="282"/>
            <ac:spMk id="3" creationId="{CBAE9CAC-2E62-353D-BCAD-F13CEBF26D2C}"/>
          </ac:spMkLst>
        </pc:spChg>
      </pc:sldChg>
      <pc:sldChg chg="modSp add ord replId">
        <pc:chgData name="Pooja Muraleedharan" userId="S::pooja.c@johnsoftsystems.com::69aaf775-3b51-42a1-95ba-29f3aaf6224d" providerId="AD" clId="Web-{15533381-EF12-102E-18A6-7056ABA724CB}" dt="2026-04-24T11:20:44.984" v="459" actId="20577"/>
        <pc:sldMkLst>
          <pc:docMk/>
          <pc:sldMk cId="701486603" sldId="283"/>
        </pc:sldMkLst>
        <pc:spChg chg="mod">
          <ac:chgData name="Pooja Muraleedharan" userId="S::pooja.c@johnsoftsystems.com::69aaf775-3b51-42a1-95ba-29f3aaf6224d" providerId="AD" clId="Web-{15533381-EF12-102E-18A6-7056ABA724CB}" dt="2026-04-24T11:20:44.984" v="459" actId="20577"/>
          <ac:spMkLst>
            <pc:docMk/>
            <pc:sldMk cId="701486603" sldId="283"/>
            <ac:spMk id="2" creationId="{31AD643B-6978-34E5-24C2-E3B4FD61391A}"/>
          </ac:spMkLst>
        </pc:spChg>
      </pc:sldChg>
      <pc:sldChg chg="modSp add ord replId">
        <pc:chgData name="Pooja Muraleedharan" userId="S::pooja.c@johnsoftsystems.com::69aaf775-3b51-42a1-95ba-29f3aaf6224d" providerId="AD" clId="Web-{15533381-EF12-102E-18A6-7056ABA724CB}" dt="2026-04-24T11:20:40.437" v="458" actId="20577"/>
        <pc:sldMkLst>
          <pc:docMk/>
          <pc:sldMk cId="3724073105" sldId="284"/>
        </pc:sldMkLst>
        <pc:spChg chg="mod">
          <ac:chgData name="Pooja Muraleedharan" userId="S::pooja.c@johnsoftsystems.com::69aaf775-3b51-42a1-95ba-29f3aaf6224d" providerId="AD" clId="Web-{15533381-EF12-102E-18A6-7056ABA724CB}" dt="2026-04-24T11:20:40.437" v="458" actId="20577"/>
          <ac:spMkLst>
            <pc:docMk/>
            <pc:sldMk cId="3724073105" sldId="284"/>
            <ac:spMk id="2" creationId="{2DD673CD-72BD-7987-1FE9-5E804872C7C3}"/>
          </ac:spMkLst>
        </pc:spChg>
        <pc:spChg chg="mod">
          <ac:chgData name="Pooja Muraleedharan" userId="S::pooja.c@johnsoftsystems.com::69aaf775-3b51-42a1-95ba-29f3aaf6224d" providerId="AD" clId="Web-{15533381-EF12-102E-18A6-7056ABA724CB}" dt="2026-04-24T11:19:14.091" v="426" actId="20577"/>
          <ac:spMkLst>
            <pc:docMk/>
            <pc:sldMk cId="3724073105" sldId="284"/>
            <ac:spMk id="3" creationId="{4135F39F-666F-8D09-D43F-E2AC1ECC404B}"/>
          </ac:spMkLst>
        </pc:spChg>
      </pc:sldChg>
      <pc:sldChg chg="modSp add replId">
        <pc:chgData name="Pooja Muraleedharan" userId="S::pooja.c@johnsoftsystems.com::69aaf775-3b51-42a1-95ba-29f3aaf6224d" providerId="AD" clId="Web-{15533381-EF12-102E-18A6-7056ABA724CB}" dt="2026-04-24T11:22:00.423" v="469" actId="20577"/>
        <pc:sldMkLst>
          <pc:docMk/>
          <pc:sldMk cId="800373214" sldId="285"/>
        </pc:sldMkLst>
        <pc:spChg chg="mod">
          <ac:chgData name="Pooja Muraleedharan" userId="S::pooja.c@johnsoftsystems.com::69aaf775-3b51-42a1-95ba-29f3aaf6224d" providerId="AD" clId="Web-{15533381-EF12-102E-18A6-7056ABA724CB}" dt="2026-04-24T11:22:00.423" v="469" actId="20577"/>
          <ac:spMkLst>
            <pc:docMk/>
            <pc:sldMk cId="800373214" sldId="285"/>
            <ac:spMk id="2" creationId="{77BC06EF-CA87-6C18-63EC-C33596B467EB}"/>
          </ac:spMkLst>
        </pc:spChg>
        <pc:spChg chg="mod">
          <ac:chgData name="Pooja Muraleedharan" userId="S::pooja.c@johnsoftsystems.com::69aaf775-3b51-42a1-95ba-29f3aaf6224d" providerId="AD" clId="Web-{15533381-EF12-102E-18A6-7056ABA724CB}" dt="2026-04-24T11:21:37.469" v="468" actId="20577"/>
          <ac:spMkLst>
            <pc:docMk/>
            <pc:sldMk cId="800373214" sldId="285"/>
            <ac:spMk id="3" creationId="{FF52DBF9-BEC1-064F-205D-EB92EFC6B1B7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402138" y="0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390327-DCE7-4839-8BDA-666388535203}" type="datetimeFigureOut">
              <a:rPr lang="en-IN" smtClean="0"/>
              <a:pPr/>
              <a:t>24-04-2026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869950" y="1257300"/>
            <a:ext cx="6032500" cy="33940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77875" y="4840288"/>
            <a:ext cx="6216650" cy="39608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553575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402138" y="9553575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FD21C6-1F74-4338-A1ED-5992DED4BE8F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48691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09480" y="704160"/>
            <a:ext cx="10971360" cy="11415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IN" sz="4400" b="0" strike="noStrike" spc="-1"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609480" y="1920240"/>
            <a:ext cx="624960" cy="44334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IN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609480" y="704160"/>
            <a:ext cx="10971360" cy="11415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IN" sz="4400" b="0" strike="noStrike" spc="-1"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609480" y="1920240"/>
            <a:ext cx="624960" cy="4433400"/>
          </a:xfrm>
          <a:prstGeom prst="rect">
            <a:avLst/>
          </a:prstGeom>
        </p:spPr>
        <p:txBody>
          <a:bodyPr lIns="0" tIns="0" rIns="0" bIns="0">
            <a:normAutofit fontScale="47000"/>
          </a:bodyPr>
          <a:lstStyle/>
          <a:p>
            <a:endParaRPr lang="en-IN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480" y="704160"/>
            <a:ext cx="10971360" cy="11415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IN" sz="4400" b="0" strike="noStrike" spc="-1"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609480" y="1920240"/>
            <a:ext cx="304920" cy="4433400"/>
          </a:xfrm>
          <a:prstGeom prst="rect">
            <a:avLst/>
          </a:prstGeom>
        </p:spPr>
        <p:txBody>
          <a:bodyPr lIns="0" tIns="0" rIns="0" bIns="0">
            <a:normAutofit fontScale="42000"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body"/>
          </p:nvPr>
        </p:nvSpPr>
        <p:spPr>
          <a:xfrm>
            <a:off x="929880" y="1920240"/>
            <a:ext cx="304920" cy="4433400"/>
          </a:xfrm>
          <a:prstGeom prst="rect">
            <a:avLst/>
          </a:prstGeom>
        </p:spPr>
        <p:txBody>
          <a:bodyPr lIns="0" tIns="0" rIns="0" bIns="0">
            <a:normAutofit fontScale="42000"/>
          </a:bodyPr>
          <a:lstStyle/>
          <a:p>
            <a:endParaRPr lang="en-IN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09480" y="704160"/>
            <a:ext cx="10971360" cy="11415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IN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subTitle"/>
          </p:nvPr>
        </p:nvSpPr>
        <p:spPr>
          <a:xfrm>
            <a:off x="609480" y="704160"/>
            <a:ext cx="10971360" cy="52927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IN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609480" y="704160"/>
            <a:ext cx="10971360" cy="11415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IN" sz="4400" b="0" strike="noStrike" spc="-1"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609480" y="1920240"/>
            <a:ext cx="304920" cy="2114640"/>
          </a:xfrm>
          <a:prstGeom prst="rect">
            <a:avLst/>
          </a:prstGeom>
        </p:spPr>
        <p:txBody>
          <a:bodyPr lIns="0" tIns="0" rIns="0" bIns="0">
            <a:normAutofit fontScale="14000"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body"/>
          </p:nvPr>
        </p:nvSpPr>
        <p:spPr>
          <a:xfrm>
            <a:off x="929880" y="1920240"/>
            <a:ext cx="304920" cy="4433400"/>
          </a:xfrm>
          <a:prstGeom prst="rect">
            <a:avLst/>
          </a:prstGeom>
        </p:spPr>
        <p:txBody>
          <a:bodyPr lIns="0" tIns="0" rIns="0" bIns="0">
            <a:normAutofit fontScale="42000"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body"/>
          </p:nvPr>
        </p:nvSpPr>
        <p:spPr>
          <a:xfrm>
            <a:off x="609480" y="4236120"/>
            <a:ext cx="304920" cy="2114640"/>
          </a:xfrm>
          <a:prstGeom prst="rect">
            <a:avLst/>
          </a:prstGeom>
        </p:spPr>
        <p:txBody>
          <a:bodyPr lIns="0" tIns="0" rIns="0" bIns="0">
            <a:normAutofit fontScale="14000"/>
          </a:bodyPr>
          <a:lstStyle/>
          <a:p>
            <a:endParaRPr lang="en-IN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609480" y="704160"/>
            <a:ext cx="10971360" cy="11415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IN" sz="4400" b="0" strike="noStrike" spc="-1"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609480" y="1920240"/>
            <a:ext cx="304920" cy="4433400"/>
          </a:xfrm>
          <a:prstGeom prst="rect">
            <a:avLst/>
          </a:prstGeom>
        </p:spPr>
        <p:txBody>
          <a:bodyPr lIns="0" tIns="0" rIns="0" bIns="0">
            <a:normAutofit fontScale="42000"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body"/>
          </p:nvPr>
        </p:nvSpPr>
        <p:spPr>
          <a:xfrm>
            <a:off x="929880" y="1920240"/>
            <a:ext cx="304920" cy="2114640"/>
          </a:xfrm>
          <a:prstGeom prst="rect">
            <a:avLst/>
          </a:prstGeom>
        </p:spPr>
        <p:txBody>
          <a:bodyPr lIns="0" tIns="0" rIns="0" bIns="0">
            <a:normAutofit fontScale="14000"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body"/>
          </p:nvPr>
        </p:nvSpPr>
        <p:spPr>
          <a:xfrm>
            <a:off x="929880" y="4236120"/>
            <a:ext cx="304920" cy="2114640"/>
          </a:xfrm>
          <a:prstGeom prst="rect">
            <a:avLst/>
          </a:prstGeom>
        </p:spPr>
        <p:txBody>
          <a:bodyPr lIns="0" tIns="0" rIns="0" bIns="0">
            <a:normAutofit fontScale="14000"/>
          </a:bodyPr>
          <a:lstStyle/>
          <a:p>
            <a:endParaRPr lang="en-IN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609480" y="704160"/>
            <a:ext cx="10971360" cy="11415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IN" sz="4400" b="0" strike="noStrike" spc="-1"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609480" y="1920240"/>
            <a:ext cx="304920" cy="2114640"/>
          </a:xfrm>
          <a:prstGeom prst="rect">
            <a:avLst/>
          </a:prstGeom>
        </p:spPr>
        <p:txBody>
          <a:bodyPr lIns="0" tIns="0" rIns="0" bIns="0">
            <a:normAutofit fontScale="14000"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body"/>
          </p:nvPr>
        </p:nvSpPr>
        <p:spPr>
          <a:xfrm>
            <a:off x="929880" y="1920240"/>
            <a:ext cx="304920" cy="2114640"/>
          </a:xfrm>
          <a:prstGeom prst="rect">
            <a:avLst/>
          </a:prstGeom>
        </p:spPr>
        <p:txBody>
          <a:bodyPr lIns="0" tIns="0" rIns="0" bIns="0">
            <a:normAutofit fontScale="14000"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 type="body"/>
          </p:nvPr>
        </p:nvSpPr>
        <p:spPr>
          <a:xfrm>
            <a:off x="609480" y="4236120"/>
            <a:ext cx="624960" cy="2114640"/>
          </a:xfrm>
          <a:prstGeom prst="rect">
            <a:avLst/>
          </a:prstGeom>
        </p:spPr>
        <p:txBody>
          <a:bodyPr lIns="0" tIns="0" rIns="0" bIns="0">
            <a:normAutofit fontScale="15000"/>
          </a:bodyPr>
          <a:lstStyle/>
          <a:p>
            <a:endParaRPr lang="en-IN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09480" y="704160"/>
            <a:ext cx="10971360" cy="11415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IN" sz="4400" b="0" strike="noStrike" spc="-1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609480" y="1920240"/>
            <a:ext cx="624960" cy="2114640"/>
          </a:xfrm>
          <a:prstGeom prst="rect">
            <a:avLst/>
          </a:prstGeom>
        </p:spPr>
        <p:txBody>
          <a:bodyPr lIns="0" tIns="0" rIns="0" bIns="0">
            <a:normAutofit fontScale="15000"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609480" y="4236120"/>
            <a:ext cx="624960" cy="2114640"/>
          </a:xfrm>
          <a:prstGeom prst="rect">
            <a:avLst/>
          </a:prstGeom>
        </p:spPr>
        <p:txBody>
          <a:bodyPr lIns="0" tIns="0" rIns="0" bIns="0">
            <a:normAutofit fontScale="15000"/>
          </a:bodyPr>
          <a:lstStyle/>
          <a:p>
            <a:endParaRPr lang="en-IN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609480" y="704160"/>
            <a:ext cx="10971360" cy="11415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IN" sz="4400" b="0" strike="noStrike" spc="-1"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609480" y="1920240"/>
            <a:ext cx="304920" cy="2114640"/>
          </a:xfrm>
          <a:prstGeom prst="rect">
            <a:avLst/>
          </a:prstGeom>
        </p:spPr>
        <p:txBody>
          <a:bodyPr lIns="0" tIns="0" rIns="0" bIns="0">
            <a:normAutofit fontScale="14000"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929880" y="1920240"/>
            <a:ext cx="304920" cy="2114640"/>
          </a:xfrm>
          <a:prstGeom prst="rect">
            <a:avLst/>
          </a:prstGeom>
        </p:spPr>
        <p:txBody>
          <a:bodyPr lIns="0" tIns="0" rIns="0" bIns="0">
            <a:normAutofit fontScale="14000"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609480" y="4236120"/>
            <a:ext cx="304920" cy="2114640"/>
          </a:xfrm>
          <a:prstGeom prst="rect">
            <a:avLst/>
          </a:prstGeom>
        </p:spPr>
        <p:txBody>
          <a:bodyPr lIns="0" tIns="0" rIns="0" bIns="0">
            <a:normAutofit fontScale="14000"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929880" y="4236120"/>
            <a:ext cx="304920" cy="2114640"/>
          </a:xfrm>
          <a:prstGeom prst="rect">
            <a:avLst/>
          </a:prstGeom>
        </p:spPr>
        <p:txBody>
          <a:bodyPr lIns="0" tIns="0" rIns="0" bIns="0">
            <a:normAutofit fontScale="14000"/>
          </a:bodyPr>
          <a:lstStyle/>
          <a:p>
            <a:endParaRPr lang="en-IN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609480" y="704160"/>
            <a:ext cx="10971360" cy="11415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IN" sz="4400" b="0" strike="noStrike" spc="-1"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609480" y="1920240"/>
            <a:ext cx="200880" cy="2114640"/>
          </a:xfrm>
          <a:prstGeom prst="rect">
            <a:avLst/>
          </a:prstGeom>
        </p:spPr>
        <p:txBody>
          <a:bodyPr lIns="0" tIns="0" rIns="0" bIns="0">
            <a:normAutofit fontScale="14000"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820800" y="1920240"/>
            <a:ext cx="200880" cy="2114640"/>
          </a:xfrm>
          <a:prstGeom prst="rect">
            <a:avLst/>
          </a:prstGeom>
        </p:spPr>
        <p:txBody>
          <a:bodyPr lIns="0" tIns="0" rIns="0" bIns="0">
            <a:normAutofit fontScale="14000"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1032120" y="1920240"/>
            <a:ext cx="200880" cy="2114640"/>
          </a:xfrm>
          <a:prstGeom prst="rect">
            <a:avLst/>
          </a:prstGeom>
        </p:spPr>
        <p:txBody>
          <a:bodyPr lIns="0" tIns="0" rIns="0" bIns="0">
            <a:normAutofit fontScale="14000"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body"/>
          </p:nvPr>
        </p:nvSpPr>
        <p:spPr>
          <a:xfrm>
            <a:off x="609480" y="4236120"/>
            <a:ext cx="200880" cy="2114640"/>
          </a:xfrm>
          <a:prstGeom prst="rect">
            <a:avLst/>
          </a:prstGeom>
        </p:spPr>
        <p:txBody>
          <a:bodyPr lIns="0" tIns="0" rIns="0" bIns="0">
            <a:normAutofit fontScale="14000"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42" name="PlaceHolder 6"/>
          <p:cNvSpPr>
            <a:spLocks noGrp="1"/>
          </p:cNvSpPr>
          <p:nvPr>
            <p:ph type="body"/>
          </p:nvPr>
        </p:nvSpPr>
        <p:spPr>
          <a:xfrm>
            <a:off x="820800" y="4236120"/>
            <a:ext cx="200880" cy="2114640"/>
          </a:xfrm>
          <a:prstGeom prst="rect">
            <a:avLst/>
          </a:prstGeom>
        </p:spPr>
        <p:txBody>
          <a:bodyPr lIns="0" tIns="0" rIns="0" bIns="0">
            <a:normAutofit fontScale="14000"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43" name="PlaceHolder 7"/>
          <p:cNvSpPr>
            <a:spLocks noGrp="1"/>
          </p:cNvSpPr>
          <p:nvPr>
            <p:ph type="body"/>
          </p:nvPr>
        </p:nvSpPr>
        <p:spPr>
          <a:xfrm>
            <a:off x="1032120" y="4236120"/>
            <a:ext cx="200880" cy="2114640"/>
          </a:xfrm>
          <a:prstGeom prst="rect">
            <a:avLst/>
          </a:prstGeom>
        </p:spPr>
        <p:txBody>
          <a:bodyPr lIns="0" tIns="0" rIns="0" bIns="0">
            <a:normAutofit fontScale="14000"/>
          </a:bodyPr>
          <a:lstStyle/>
          <a:p>
            <a:endParaRPr lang="en-IN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4" cstate="print"/>
          <a:tile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stomShape 1"/>
          <p:cNvSpPr/>
          <p:nvPr/>
        </p:nvSpPr>
        <p:spPr>
          <a:xfrm>
            <a:off x="-12600" y="-7200"/>
            <a:ext cx="12215880" cy="1040040"/>
          </a:xfrm>
          <a:custGeom>
            <a:avLst/>
            <a:gdLst/>
            <a:ahLst/>
            <a:cxnLst/>
            <a:rect l="l" t="t" r="r" b="b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 rotWithShape="0">
            <a:gsLst>
              <a:gs pos="0">
                <a:srgbClr val="0074A0">
                  <a:alpha val="45098"/>
                </a:srgbClr>
              </a:gs>
              <a:gs pos="100000">
                <a:srgbClr val="00C4CD">
                  <a:alpha val="55294"/>
                </a:srgbClr>
              </a:gs>
            </a:gsLst>
            <a:lin ang="5400000"/>
          </a:gra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N"/>
          </a:p>
        </p:txBody>
      </p:sp>
      <p:sp>
        <p:nvSpPr>
          <p:cNvPr id="9" name="CustomShape 2"/>
          <p:cNvSpPr/>
          <p:nvPr/>
        </p:nvSpPr>
        <p:spPr>
          <a:xfrm>
            <a:off x="5842080" y="-7200"/>
            <a:ext cx="6348600" cy="636840"/>
          </a:xfrm>
          <a:custGeom>
            <a:avLst/>
            <a:gdLst/>
            <a:ahLst/>
            <a:cxnLst/>
            <a:rect l="l" t="t" r="r" b="b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20000">
                <a:srgbClr val="008ABF">
                  <a:alpha val="45098"/>
                </a:srgbClr>
              </a:gs>
              <a:gs pos="100000">
                <a:srgbClr val="00A0A8">
                  <a:alpha val="30196"/>
                </a:srgbClr>
              </a:gs>
            </a:gsLst>
            <a:lin ang="16200000"/>
          </a:gra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N"/>
          </a:p>
        </p:txBody>
      </p:sp>
      <p:grpSp>
        <p:nvGrpSpPr>
          <p:cNvPr id="2" name="Group 3"/>
          <p:cNvGrpSpPr/>
          <p:nvPr/>
        </p:nvGrpSpPr>
        <p:grpSpPr>
          <a:xfrm>
            <a:off x="-37800" y="-15120"/>
            <a:ext cx="12248280" cy="1082160"/>
            <a:chOff x="-37800" y="-15120"/>
            <a:chExt cx="12248280" cy="1082160"/>
          </a:xfrm>
        </p:grpSpPr>
        <p:sp>
          <p:nvSpPr>
            <p:cNvPr id="3" name="CustomShape 4"/>
            <p:cNvSpPr/>
            <p:nvPr/>
          </p:nvSpPr>
          <p:spPr>
            <a:xfrm rot="21477600">
              <a:off x="-29880" y="201600"/>
              <a:ext cx="12209760" cy="648000"/>
            </a:xfrm>
            <a:custGeom>
              <a:avLst/>
              <a:gdLst/>
              <a:ahLst/>
              <a:cxnLst/>
              <a:rect l="l" t="t" r="r" b="b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800">
              <a:solidFill>
                <a:srgbClr val="09B7B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  <p:sp>
          <p:nvSpPr>
            <p:cNvPr id="4" name="CustomShape 5"/>
            <p:cNvSpPr/>
            <p:nvPr/>
          </p:nvSpPr>
          <p:spPr>
            <a:xfrm rot="21477600">
              <a:off x="-21960" y="276120"/>
              <a:ext cx="12227040" cy="529200"/>
            </a:xfrm>
            <a:custGeom>
              <a:avLst/>
              <a:gdLst/>
              <a:ahLst/>
              <a:cxnLst/>
              <a:rect l="l" t="t" r="r" b="b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360">
              <a:solidFill>
                <a:srgbClr val="0F6FC6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5" name="PlaceHolder 6"/>
          <p:cNvSpPr>
            <a:spLocks noGrp="1"/>
          </p:cNvSpPr>
          <p:nvPr>
            <p:ph type="title"/>
          </p:nvPr>
        </p:nvSpPr>
        <p:spPr>
          <a:xfrm>
            <a:off x="609480" y="704160"/>
            <a:ext cx="10971360" cy="11415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r>
              <a:rPr lang="en-IN" sz="1800" b="0" strike="noStrike" spc="-1">
                <a:latin typeface="Arial"/>
              </a:rPr>
              <a:t>Click to edit the title text format</a:t>
            </a:r>
          </a:p>
        </p:txBody>
      </p:sp>
      <p:sp>
        <p:nvSpPr>
          <p:cNvPr id="6" name="PlaceHolder 7"/>
          <p:cNvSpPr>
            <a:spLocks noGrp="1"/>
          </p:cNvSpPr>
          <p:nvPr>
            <p:ph type="body"/>
          </p:nvPr>
        </p:nvSpPr>
        <p:spPr>
          <a:xfrm>
            <a:off x="609480" y="1920240"/>
            <a:ext cx="624960" cy="4433400"/>
          </a:xfrm>
          <a:prstGeom prst="rect">
            <a:avLst/>
          </a:prstGeom>
        </p:spPr>
        <p:txBody>
          <a:bodyPr lIns="0" tIns="0" rIns="0" bIns="0">
            <a:normAutofit fontScale="4000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strike="noStrike" spc="-1"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strike="noStrike" spc="-1"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strike="noStrike" spc="-1"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strike="noStrike" spc="-1"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strike="noStrike" spc="-1"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strike="noStrike" spc="-1"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strike="noStrike" spc="-1">
                <a:latin typeface="Arial"/>
              </a:rPr>
              <a:t>Seventh Outline Level</a:t>
            </a:r>
          </a:p>
        </p:txBody>
      </p:sp>
      <p:sp>
        <p:nvSpPr>
          <p:cNvPr id="7" name="PlaceHolder 8"/>
          <p:cNvSpPr>
            <a:spLocks noGrp="1"/>
          </p:cNvSpPr>
          <p:nvPr>
            <p:ph type="body"/>
          </p:nvPr>
        </p:nvSpPr>
        <p:spPr>
          <a:xfrm>
            <a:off x="1266480" y="1920240"/>
            <a:ext cx="624960" cy="4433400"/>
          </a:xfrm>
          <a:prstGeom prst="rect">
            <a:avLst/>
          </a:prstGeom>
        </p:spPr>
        <p:txBody>
          <a:bodyPr lIns="0" tIns="0" rIns="0" bIns="0">
            <a:normAutofit fontScale="4000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strike="noStrike" spc="-1"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strike="noStrike" spc="-1"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strike="noStrike" spc="-1"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strike="noStrike" spc="-1"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strike="noStrike" spc="-1"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strike="noStrike" spc="-1"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strike="noStrike" spc="-1"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7C6A62-A8AF-F333-0DE9-B84C20489B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CustomShape 2">
            <a:extLst>
              <a:ext uri="{FF2B5EF4-FFF2-40B4-BE49-F238E27FC236}">
                <a16:creationId xmlns:a16="http://schemas.microsoft.com/office/drawing/2014/main" id="{AFE492EE-4A3F-0077-EF05-93ACAD378B8E}"/>
              </a:ext>
            </a:extLst>
          </p:cNvPr>
          <p:cNvSpPr/>
          <p:nvPr/>
        </p:nvSpPr>
        <p:spPr>
          <a:xfrm>
            <a:off x="3556080" y="6356520"/>
            <a:ext cx="4469040" cy="3636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200" b="0" strike="noStrike" spc="-1" noProof="1">
                <a:solidFill>
                  <a:srgbClr val="035C75"/>
                </a:solidFill>
                <a:latin typeface="Constantia"/>
                <a:ea typeface="DejaVu Sans"/>
              </a:rPr>
              <a:t>John Soft Technologies LLP Confidential</a:t>
            </a:r>
            <a:endParaRPr lang="en-US" sz="1200" b="0" strike="noStrike" spc="-1" noProof="1">
              <a:latin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CA6954C-FB3B-7590-97D5-78BE169540C7}"/>
              </a:ext>
            </a:extLst>
          </p:cNvPr>
          <p:cNvSpPr txBox="1"/>
          <p:nvPr/>
        </p:nvSpPr>
        <p:spPr>
          <a:xfrm>
            <a:off x="1452658" y="1612576"/>
            <a:ext cx="9030788" cy="400109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7400" dirty="0">
                <a:latin typeface="Calibri"/>
                <a:ea typeface="Calibri"/>
                <a:cs typeface="Calibri"/>
              </a:rPr>
              <a:t>Setup and Usage </a:t>
            </a:r>
            <a:r>
              <a:rPr lang="en-US" sz="7400">
                <a:latin typeface="Calibri"/>
                <a:ea typeface="Calibri"/>
                <a:cs typeface="Calibri"/>
              </a:rPr>
              <a:t>of Cuttlefish Virtual Device</a:t>
            </a:r>
            <a:endParaRPr lang="en-US"/>
          </a:p>
          <a:p>
            <a:pPr algn="ctr"/>
            <a:endParaRPr lang="en-US" sz="3200" b="1" dirty="0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634632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5A381C-1923-FCAD-3D09-AC7C251FFA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CustomShape 2">
            <a:extLst>
              <a:ext uri="{FF2B5EF4-FFF2-40B4-BE49-F238E27FC236}">
                <a16:creationId xmlns:a16="http://schemas.microsoft.com/office/drawing/2014/main" id="{BEBD0AE0-2872-9034-C59D-7940D98D3D98}"/>
              </a:ext>
            </a:extLst>
          </p:cNvPr>
          <p:cNvSpPr/>
          <p:nvPr/>
        </p:nvSpPr>
        <p:spPr>
          <a:xfrm>
            <a:off x="3556080" y="6356520"/>
            <a:ext cx="4469040" cy="3636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200" b="0" strike="noStrike" spc="-1" noProof="1">
                <a:solidFill>
                  <a:srgbClr val="035C75"/>
                </a:solidFill>
                <a:latin typeface="Constantia"/>
                <a:ea typeface="DejaVu Sans"/>
              </a:rPr>
              <a:t>John Soft Technologies LLP Confidential</a:t>
            </a:r>
            <a:endParaRPr lang="en-US" sz="1200" b="0" strike="noStrike" spc="-1" noProof="1">
              <a:latin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50DE72B-ABFA-AB48-7B8F-5C6B323271ED}"/>
              </a:ext>
            </a:extLst>
          </p:cNvPr>
          <p:cNvSpPr txBox="1"/>
          <p:nvPr/>
        </p:nvSpPr>
        <p:spPr>
          <a:xfrm>
            <a:off x="753288" y="3710686"/>
            <a:ext cx="9030788" cy="350865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7400">
                <a:latin typeface="Avenir Next LT Pro"/>
              </a:rPr>
              <a:t>Installing</a:t>
            </a:r>
            <a:endParaRPr lang="en-US"/>
          </a:p>
          <a:p>
            <a:r>
              <a:rPr lang="en-US" sz="7400">
                <a:latin typeface="Avenir Next LT Pro"/>
              </a:rPr>
              <a:t>Cuttlefish</a:t>
            </a:r>
          </a:p>
          <a:p>
            <a:pPr algn="ctr"/>
            <a:endParaRPr lang="en-US" sz="7400" dirty="0">
              <a:latin typeface="Avenir Next LT Pro"/>
            </a:endParaRPr>
          </a:p>
        </p:txBody>
      </p:sp>
    </p:spTree>
    <p:extLst>
      <p:ext uri="{BB962C8B-B14F-4D97-AF65-F5344CB8AC3E}">
        <p14:creationId xmlns:p14="http://schemas.microsoft.com/office/powerpoint/2010/main" val="19195173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4B06D2-BAAF-2CB7-03C9-92026DB0F6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CustomShape 2">
            <a:extLst>
              <a:ext uri="{FF2B5EF4-FFF2-40B4-BE49-F238E27FC236}">
                <a16:creationId xmlns:a16="http://schemas.microsoft.com/office/drawing/2014/main" id="{F7C2FBA6-3E2B-1BA4-46F6-B0F8DC5C33BE}"/>
              </a:ext>
            </a:extLst>
          </p:cNvPr>
          <p:cNvSpPr/>
          <p:nvPr/>
        </p:nvSpPr>
        <p:spPr>
          <a:xfrm>
            <a:off x="3556080" y="6356520"/>
            <a:ext cx="4469040" cy="3636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200" b="0" strike="noStrike" spc="-1" noProof="1">
                <a:solidFill>
                  <a:srgbClr val="035C75"/>
                </a:solidFill>
                <a:latin typeface="Constantia"/>
                <a:ea typeface="DejaVu Sans"/>
              </a:rPr>
              <a:t>John Soft Technologies LLP Confidential</a:t>
            </a:r>
            <a:endParaRPr lang="en-US" sz="1200" b="0" strike="noStrike" spc="-1" noProof="1">
              <a:latin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22F4B64-D23A-74CC-CBD3-0BA96AD678B3}"/>
              </a:ext>
            </a:extLst>
          </p:cNvPr>
          <p:cNvSpPr txBox="1"/>
          <p:nvPr/>
        </p:nvSpPr>
        <p:spPr>
          <a:xfrm>
            <a:off x="763726" y="1445563"/>
            <a:ext cx="9030788" cy="464742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7400">
                <a:latin typeface="Avenir Next LT Pro"/>
              </a:rPr>
              <a:t>Installing</a:t>
            </a:r>
            <a:endParaRPr lang="en-US"/>
          </a:p>
          <a:p>
            <a:r>
              <a:rPr lang="en-US" sz="7400">
                <a:latin typeface="Avenir Next LT Pro"/>
              </a:rPr>
              <a:t>Cuttlefish</a:t>
            </a:r>
          </a:p>
          <a:p>
            <a:r>
              <a:rPr lang="en-US" sz="7400">
                <a:latin typeface="Avenir Next LT Pro"/>
              </a:rPr>
              <a:t>Process</a:t>
            </a:r>
            <a:endParaRPr lang="en-US" sz="7400" dirty="0">
              <a:latin typeface="Avenir Next LT Pro"/>
            </a:endParaRPr>
          </a:p>
          <a:p>
            <a:pPr algn="ctr"/>
            <a:endParaRPr lang="en-US" sz="7400" dirty="0">
              <a:latin typeface="Avenir Next LT Pro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98937E-5A10-9565-B14D-2408B27FE5C3}"/>
              </a:ext>
            </a:extLst>
          </p:cNvPr>
          <p:cNvSpPr>
            <a:spLocks noGrp="1"/>
          </p:cNvSpPr>
          <p:nvPr/>
        </p:nvSpPr>
        <p:spPr>
          <a:xfrm>
            <a:off x="5641849" y="1260123"/>
            <a:ext cx="5882639" cy="50200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/>
              <a:t>Dependency Installation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en-US"/>
              <a:t>Install essential build tools like git, devscripts, and golang to prepare the environment for Cuttlefish.</a:t>
            </a: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/>
              <a:t>Source Code Retrieval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en-US"/>
              <a:t>Clone the official Cuttlefish repository from GitHub to obtain the latest source code for building.</a:t>
            </a: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/>
              <a:t>Building Debian Packages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en-US"/>
              <a:t>Use debuild to compile and generate Debian packages required to install Cuttlefish locally.</a:t>
            </a: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/>
              <a:t>System Permission Configuration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en-US"/>
              <a:t>Adjust user group memberships to enable virtualization and networking support after installation.</a:t>
            </a:r>
          </a:p>
        </p:txBody>
      </p:sp>
    </p:spTree>
    <p:extLst>
      <p:ext uri="{BB962C8B-B14F-4D97-AF65-F5344CB8AC3E}">
        <p14:creationId xmlns:p14="http://schemas.microsoft.com/office/powerpoint/2010/main" val="6992146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E0CBBA-512F-0CAD-B2B1-C6330ECAFA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CustomShape 2">
            <a:extLst>
              <a:ext uri="{FF2B5EF4-FFF2-40B4-BE49-F238E27FC236}">
                <a16:creationId xmlns:a16="http://schemas.microsoft.com/office/drawing/2014/main" id="{0135B419-50C8-F70A-AA23-F04E020CD4E8}"/>
              </a:ext>
            </a:extLst>
          </p:cNvPr>
          <p:cNvSpPr/>
          <p:nvPr/>
        </p:nvSpPr>
        <p:spPr>
          <a:xfrm>
            <a:off x="3556080" y="6356520"/>
            <a:ext cx="4469040" cy="3636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200" b="0" strike="noStrike" spc="-1" noProof="1">
                <a:solidFill>
                  <a:srgbClr val="035C75"/>
                </a:solidFill>
                <a:latin typeface="Constantia"/>
                <a:ea typeface="DejaVu Sans"/>
              </a:rPr>
              <a:t>John Soft Technologies LLP Confidential</a:t>
            </a:r>
            <a:endParaRPr lang="en-US" sz="1200" b="0" strike="noStrike" spc="-1" noProof="1">
              <a:latin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209F905-9E9D-2B70-CC33-F780664B3C26}"/>
              </a:ext>
            </a:extLst>
          </p:cNvPr>
          <p:cNvSpPr txBox="1"/>
          <p:nvPr/>
        </p:nvSpPr>
        <p:spPr>
          <a:xfrm>
            <a:off x="669781" y="1716959"/>
            <a:ext cx="6108048" cy="415498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6600">
                <a:latin typeface="Avenir Next LT Pro"/>
              </a:rPr>
              <a:t>Installing</a:t>
            </a:r>
            <a:endParaRPr lang="en-US" sz="6600"/>
          </a:p>
          <a:p>
            <a:r>
              <a:rPr lang="en-US" sz="6600">
                <a:latin typeface="Avenir Next LT Pro"/>
              </a:rPr>
              <a:t>Cuttlefish</a:t>
            </a:r>
            <a:endParaRPr lang="en-US" sz="6600" dirty="0">
              <a:latin typeface="Avenir Next LT Pro"/>
            </a:endParaRPr>
          </a:p>
          <a:p>
            <a:r>
              <a:rPr lang="en-US" sz="6600">
                <a:latin typeface="Avenir Next LT Pro"/>
              </a:rPr>
              <a:t>Commands</a:t>
            </a:r>
            <a:endParaRPr lang="en-US" sz="6600" dirty="0">
              <a:latin typeface="Avenir Next LT Pro"/>
            </a:endParaRPr>
          </a:p>
          <a:p>
            <a:pPr algn="ctr"/>
            <a:endParaRPr lang="en-US" sz="6600" dirty="0">
              <a:latin typeface="Avenir Next LT Pro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0F2B4D-444A-8335-4A52-3A52169E9370}"/>
              </a:ext>
            </a:extLst>
          </p:cNvPr>
          <p:cNvSpPr>
            <a:spLocks noGrp="1"/>
          </p:cNvSpPr>
          <p:nvPr/>
        </p:nvSpPr>
        <p:spPr>
          <a:xfrm>
            <a:off x="5641849" y="1260123"/>
            <a:ext cx="5882639" cy="502005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/>
            <a:r>
              <a:rPr lang="en-US" sz="2000" dirty="0">
                <a:latin typeface="Calibri"/>
                <a:ea typeface="Calibri"/>
                <a:cs typeface="Calibri"/>
              </a:rPr>
              <a:t>$ </a:t>
            </a:r>
            <a:r>
              <a:rPr lang="en-US" sz="2000" dirty="0" err="1">
                <a:latin typeface="Calibri"/>
                <a:ea typeface="Calibri"/>
                <a:cs typeface="Calibri"/>
              </a:rPr>
              <a:t>sudo</a:t>
            </a:r>
            <a:r>
              <a:rPr lang="en-US" sz="2000" dirty="0">
                <a:latin typeface="Calibri"/>
                <a:ea typeface="Calibri"/>
                <a:cs typeface="Calibri"/>
              </a:rPr>
              <a:t> apt install -y git </a:t>
            </a:r>
            <a:r>
              <a:rPr lang="en-US" sz="2000" dirty="0" err="1">
                <a:latin typeface="Calibri"/>
                <a:ea typeface="Calibri"/>
                <a:cs typeface="Calibri"/>
              </a:rPr>
              <a:t>devscripts</a:t>
            </a:r>
            <a:r>
              <a:rPr lang="en-US" sz="2000" dirty="0">
                <a:latin typeface="Calibri"/>
                <a:ea typeface="Calibri"/>
                <a:cs typeface="Calibri"/>
              </a:rPr>
              <a:t> config-package-dev </a:t>
            </a:r>
            <a:r>
              <a:rPr lang="en-US" sz="2000" dirty="0" err="1">
                <a:latin typeface="Calibri"/>
                <a:ea typeface="Calibri"/>
                <a:cs typeface="Calibri"/>
              </a:rPr>
              <a:t>debhelper-compat</a:t>
            </a:r>
            <a:r>
              <a:rPr lang="en-US" sz="2000" dirty="0">
                <a:latin typeface="Calibri"/>
                <a:ea typeface="Calibri"/>
                <a:cs typeface="Calibri"/>
              </a:rPr>
              <a:t> </a:t>
            </a:r>
            <a:r>
              <a:rPr lang="en-US" sz="2000" dirty="0" err="1">
                <a:latin typeface="Calibri"/>
                <a:ea typeface="Calibri"/>
                <a:cs typeface="Calibri"/>
              </a:rPr>
              <a:t>golang</a:t>
            </a:r>
            <a:endParaRPr lang="en-US" sz="2000" dirty="0">
              <a:latin typeface="Calibri"/>
              <a:ea typeface="Calibri"/>
              <a:cs typeface="Calibri"/>
            </a:endParaRPr>
          </a:p>
          <a:p>
            <a:pPr marL="285750" indent="-285750"/>
            <a:r>
              <a:rPr lang="en-US" sz="2000">
                <a:latin typeface="Calibri"/>
                <a:ea typeface="Calibri"/>
                <a:cs typeface="Calibri"/>
              </a:rPr>
              <a:t>$ git </a:t>
            </a:r>
            <a:r>
              <a:rPr lang="en-US" sz="2000" dirty="0">
                <a:latin typeface="Calibri"/>
                <a:ea typeface="Calibri"/>
                <a:cs typeface="Calibri"/>
              </a:rPr>
              <a:t>clonehttps://github.com/google/android-cuttlefish</a:t>
            </a:r>
          </a:p>
          <a:p>
            <a:pPr marL="285750" indent="-285750"/>
            <a:r>
              <a:rPr lang="en-US" sz="2000">
                <a:latin typeface="Calibri"/>
                <a:ea typeface="Calibri"/>
                <a:cs typeface="Calibri"/>
              </a:rPr>
              <a:t>$ cd android-cuttlefish</a:t>
            </a:r>
            <a:endParaRPr lang="en-US" sz="2000" dirty="0">
              <a:latin typeface="Calibri"/>
              <a:ea typeface="Calibri"/>
              <a:cs typeface="Calibri"/>
            </a:endParaRPr>
          </a:p>
          <a:p>
            <a:pPr marL="285750" indent="-285750"/>
            <a:r>
              <a:rPr lang="en-US" sz="2000" dirty="0">
                <a:latin typeface="Calibri"/>
                <a:ea typeface="Calibri"/>
                <a:cs typeface="Calibri"/>
              </a:rPr>
              <a:t>$ </a:t>
            </a:r>
            <a:r>
              <a:rPr lang="en-US" sz="2000" dirty="0" err="1">
                <a:latin typeface="Calibri"/>
                <a:ea typeface="Calibri"/>
                <a:cs typeface="Calibri"/>
              </a:rPr>
              <a:t>debuild</a:t>
            </a:r>
            <a:r>
              <a:rPr lang="en-US" sz="2000" dirty="0">
                <a:latin typeface="Calibri"/>
                <a:ea typeface="Calibri"/>
                <a:cs typeface="Calibri"/>
              </a:rPr>
              <a:t> -</a:t>
            </a:r>
            <a:r>
              <a:rPr lang="en-US" sz="2000" dirty="0" err="1">
                <a:latin typeface="Calibri"/>
                <a:ea typeface="Calibri"/>
                <a:cs typeface="Calibri"/>
              </a:rPr>
              <a:t>i</a:t>
            </a:r>
            <a:r>
              <a:rPr lang="en-US" sz="2000" dirty="0">
                <a:latin typeface="Calibri"/>
                <a:ea typeface="Calibri"/>
                <a:cs typeface="Calibri"/>
              </a:rPr>
              <a:t> -us -uc –b</a:t>
            </a:r>
          </a:p>
          <a:p>
            <a:pPr marL="285750" indent="-285750"/>
            <a:r>
              <a:rPr lang="en-US" sz="2000" dirty="0">
                <a:highlight>
                  <a:srgbClr val="EEEEEE"/>
                </a:highlight>
                <a:latin typeface="Calibri"/>
                <a:ea typeface="Calibri"/>
                <a:cs typeface="Calibri"/>
              </a:rPr>
              <a:t>$ </a:t>
            </a:r>
            <a:r>
              <a:rPr lang="en-US" sz="2000" dirty="0" err="1">
                <a:highlight>
                  <a:srgbClr val="EEEEEE"/>
                </a:highlight>
                <a:latin typeface="Calibri"/>
                <a:ea typeface="Calibri"/>
                <a:cs typeface="Calibri"/>
              </a:rPr>
              <a:t>sudo</a:t>
            </a:r>
            <a:r>
              <a:rPr lang="en-US" sz="2000" dirty="0">
                <a:highlight>
                  <a:srgbClr val="EEEEEE"/>
                </a:highlight>
                <a:latin typeface="Calibri"/>
                <a:ea typeface="Calibri"/>
                <a:cs typeface="Calibri"/>
              </a:rPr>
              <a:t> </a:t>
            </a:r>
            <a:r>
              <a:rPr lang="en-US" sz="2000" dirty="0" err="1">
                <a:highlight>
                  <a:srgbClr val="EEEEEE"/>
                </a:highlight>
                <a:latin typeface="Calibri"/>
                <a:ea typeface="Calibri"/>
                <a:cs typeface="Calibri"/>
              </a:rPr>
              <a:t>dpkg</a:t>
            </a:r>
            <a:r>
              <a:rPr lang="en-US" sz="2000" dirty="0">
                <a:highlight>
                  <a:srgbClr val="EEEEEE"/>
                </a:highlight>
                <a:latin typeface="Calibri"/>
                <a:ea typeface="Calibri"/>
                <a:cs typeface="Calibri"/>
              </a:rPr>
              <a:t> -</a:t>
            </a:r>
            <a:r>
              <a:rPr lang="en-US" sz="2000" dirty="0" err="1">
                <a:highlight>
                  <a:srgbClr val="EEEEEE"/>
                </a:highlight>
                <a:latin typeface="Calibri"/>
                <a:ea typeface="Calibri"/>
                <a:cs typeface="Calibri"/>
              </a:rPr>
              <a:t>i</a:t>
            </a:r>
            <a:r>
              <a:rPr lang="en-US" sz="2000" dirty="0">
                <a:highlight>
                  <a:srgbClr val="EEEEEE"/>
                </a:highlight>
                <a:latin typeface="Calibri"/>
                <a:ea typeface="Calibri"/>
                <a:cs typeface="Calibri"/>
              </a:rPr>
              <a:t> ../cuttlefish-common_*_*64.deb || </a:t>
            </a:r>
            <a:r>
              <a:rPr lang="en-US" sz="2000" dirty="0" err="1">
                <a:highlight>
                  <a:srgbClr val="EEEEEE"/>
                </a:highlight>
                <a:latin typeface="Calibri"/>
                <a:ea typeface="Calibri"/>
                <a:cs typeface="Calibri"/>
              </a:rPr>
              <a:t>sudo</a:t>
            </a:r>
            <a:r>
              <a:rPr lang="en-US" sz="2000" dirty="0">
                <a:highlight>
                  <a:srgbClr val="EEEEEE"/>
                </a:highlight>
                <a:latin typeface="Calibri"/>
                <a:ea typeface="Calibri"/>
                <a:cs typeface="Calibri"/>
              </a:rPr>
              <a:t> apt-get install –f</a:t>
            </a:r>
          </a:p>
          <a:p>
            <a:pPr marL="285750" indent="-285750"/>
            <a:r>
              <a:rPr lang="en-US" sz="2000" dirty="0">
                <a:highlight>
                  <a:srgbClr val="EEEEEE"/>
                </a:highlight>
                <a:latin typeface="Calibri"/>
                <a:ea typeface="Calibri"/>
                <a:cs typeface="Calibri"/>
              </a:rPr>
              <a:t>$ </a:t>
            </a:r>
            <a:r>
              <a:rPr lang="en-US" sz="2000" dirty="0" err="1">
                <a:highlight>
                  <a:srgbClr val="EEEEEE"/>
                </a:highlight>
                <a:latin typeface="Calibri"/>
                <a:ea typeface="Calibri"/>
                <a:cs typeface="Calibri"/>
              </a:rPr>
              <a:t>sudo</a:t>
            </a:r>
            <a:r>
              <a:rPr lang="en-US" sz="2000" dirty="0">
                <a:highlight>
                  <a:srgbClr val="EEEEEE"/>
                </a:highlight>
                <a:latin typeface="Calibri"/>
                <a:ea typeface="Calibri"/>
                <a:cs typeface="Calibri"/>
              </a:rPr>
              <a:t> </a:t>
            </a:r>
            <a:r>
              <a:rPr lang="en-US" sz="2000" dirty="0" err="1">
                <a:highlight>
                  <a:srgbClr val="EEEEEE"/>
                </a:highlight>
                <a:latin typeface="Calibri"/>
                <a:ea typeface="Calibri"/>
                <a:cs typeface="Calibri"/>
              </a:rPr>
              <a:t>usermod</a:t>
            </a:r>
            <a:r>
              <a:rPr lang="en-US" sz="2000" dirty="0">
                <a:highlight>
                  <a:srgbClr val="EEEEEE"/>
                </a:highlight>
                <a:latin typeface="Calibri"/>
                <a:ea typeface="Calibri"/>
                <a:cs typeface="Calibri"/>
              </a:rPr>
              <a:t> -</a:t>
            </a:r>
            <a:r>
              <a:rPr lang="en-US" sz="2000" dirty="0" err="1">
                <a:highlight>
                  <a:srgbClr val="EEEEEE"/>
                </a:highlight>
                <a:latin typeface="Calibri"/>
                <a:ea typeface="Calibri"/>
                <a:cs typeface="Calibri"/>
              </a:rPr>
              <a:t>aG</a:t>
            </a:r>
            <a:r>
              <a:rPr lang="en-US" sz="2000" dirty="0">
                <a:highlight>
                  <a:srgbClr val="EEEEEE"/>
                </a:highlight>
                <a:latin typeface="Calibri"/>
                <a:ea typeface="Calibri"/>
                <a:cs typeface="Calibri"/>
              </a:rPr>
              <a:t> </a:t>
            </a:r>
            <a:r>
              <a:rPr lang="en-US" sz="2000" dirty="0" err="1">
                <a:highlight>
                  <a:srgbClr val="EEEEEE"/>
                </a:highlight>
                <a:latin typeface="Calibri"/>
                <a:ea typeface="Calibri"/>
                <a:cs typeface="Calibri"/>
              </a:rPr>
              <a:t>kvm,cvdnetwork,render</a:t>
            </a:r>
            <a:r>
              <a:rPr lang="en-US" sz="2000" dirty="0">
                <a:highlight>
                  <a:srgbClr val="EEEEEE"/>
                </a:highlight>
                <a:latin typeface="Calibri"/>
                <a:ea typeface="Calibri"/>
                <a:cs typeface="Calibri"/>
              </a:rPr>
              <a:t> $USER</a:t>
            </a:r>
          </a:p>
          <a:p>
            <a:pPr marL="285750" indent="-285750"/>
            <a:r>
              <a:rPr lang="en-US" sz="2000" dirty="0">
                <a:highlight>
                  <a:srgbClr val="EEEEEE"/>
                </a:highlight>
                <a:latin typeface="Calibri"/>
                <a:ea typeface="Calibri"/>
                <a:cs typeface="Calibri"/>
              </a:rPr>
              <a:t>$ </a:t>
            </a:r>
            <a:r>
              <a:rPr lang="en-US" sz="2000" dirty="0" err="1">
                <a:highlight>
                  <a:srgbClr val="EEEEEE"/>
                </a:highlight>
                <a:latin typeface="Calibri"/>
                <a:ea typeface="Calibri"/>
                <a:cs typeface="Calibri"/>
              </a:rPr>
              <a:t>sudo</a:t>
            </a:r>
            <a:r>
              <a:rPr lang="en-US" sz="2000" dirty="0">
                <a:highlight>
                  <a:srgbClr val="EEEEEE"/>
                </a:highlight>
                <a:latin typeface="Calibri"/>
                <a:ea typeface="Calibri"/>
                <a:cs typeface="Calibri"/>
              </a:rPr>
              <a:t> reboot</a:t>
            </a:r>
          </a:p>
          <a:p>
            <a:pPr marL="0" indent="0">
              <a:buNone/>
            </a:pPr>
            <a:endParaRPr lang="en-US" sz="1800" dirty="0">
              <a:latin typeface="Calibri"/>
              <a:ea typeface="Calibri"/>
              <a:cs typeface="Calibri"/>
            </a:endParaRPr>
          </a:p>
          <a:p>
            <a:pPr>
              <a:buFont typeface="Arial" panose="020B0604020202020204" pitchFamily="34" charset="0"/>
              <a:buNone/>
            </a:pPr>
            <a:endParaRPr lang="en-US" sz="1800" dirty="0">
              <a:latin typeface="Calibri"/>
              <a:ea typeface="Calibri"/>
              <a:cs typeface="Calibri"/>
            </a:endParaRPr>
          </a:p>
          <a:p>
            <a:pPr marL="0" indent="0">
              <a:spcBef>
                <a:spcPts val="2500"/>
              </a:spcBef>
              <a:buNone/>
            </a:pPr>
            <a:endParaRPr lang="en-US" sz="1800" b="1" dirty="0"/>
          </a:p>
          <a:p>
            <a:pPr marL="0" indent="0">
              <a:spcBef>
                <a:spcPts val="2500"/>
              </a:spcBef>
              <a:buNone/>
            </a:pPr>
            <a:endParaRPr lang="en-US" sz="1800" b="1" dirty="0"/>
          </a:p>
        </p:txBody>
      </p:sp>
    </p:spTree>
    <p:extLst>
      <p:ext uri="{BB962C8B-B14F-4D97-AF65-F5344CB8AC3E}">
        <p14:creationId xmlns:p14="http://schemas.microsoft.com/office/powerpoint/2010/main" val="19318026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551DAD-780F-927E-64F1-0EF2384804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CustomShape 2">
            <a:extLst>
              <a:ext uri="{FF2B5EF4-FFF2-40B4-BE49-F238E27FC236}">
                <a16:creationId xmlns:a16="http://schemas.microsoft.com/office/drawing/2014/main" id="{D2814470-B25A-96AC-7E22-67D32DE90B41}"/>
              </a:ext>
            </a:extLst>
          </p:cNvPr>
          <p:cNvSpPr/>
          <p:nvPr/>
        </p:nvSpPr>
        <p:spPr>
          <a:xfrm>
            <a:off x="3556080" y="6356520"/>
            <a:ext cx="4469040" cy="3636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200" b="0" strike="noStrike" spc="-1" noProof="1">
                <a:solidFill>
                  <a:srgbClr val="035C75"/>
                </a:solidFill>
                <a:latin typeface="Constantia"/>
                <a:ea typeface="DejaVu Sans"/>
              </a:rPr>
              <a:t>John Soft Technologies LLP Confidential</a:t>
            </a:r>
            <a:endParaRPr lang="en-US" sz="1200" b="0" strike="noStrike" spc="-1" noProof="1">
              <a:latin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A5BF597-6060-CEA7-961C-EC5C5CD1CE0A}"/>
              </a:ext>
            </a:extLst>
          </p:cNvPr>
          <p:cNvSpPr txBox="1"/>
          <p:nvPr/>
        </p:nvSpPr>
        <p:spPr>
          <a:xfrm>
            <a:off x="440137" y="3428849"/>
            <a:ext cx="8644568" cy="350865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7400">
                <a:latin typeface="Avenir Next LT Pro"/>
              </a:rPr>
              <a:t>Building</a:t>
            </a:r>
            <a:endParaRPr lang="en-US"/>
          </a:p>
          <a:p>
            <a:r>
              <a:rPr lang="en-US" sz="7400">
                <a:latin typeface="Avenir Next LT Pro"/>
              </a:rPr>
              <a:t>Cuttlefish</a:t>
            </a:r>
            <a:r>
              <a:rPr lang="en-US" sz="7400" dirty="0">
                <a:latin typeface="Avenir Next LT Pro"/>
              </a:rPr>
              <a:t> Images</a:t>
            </a:r>
            <a:endParaRPr lang="en-US"/>
          </a:p>
          <a:p>
            <a:endParaRPr lang="en-US" sz="7400" dirty="0">
              <a:latin typeface="Avenir Next LT Pro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7270C4-6DE8-1D04-3DDB-A1D5C99673DA}"/>
              </a:ext>
            </a:extLst>
          </p:cNvPr>
          <p:cNvSpPr>
            <a:spLocks noGrp="1"/>
          </p:cNvSpPr>
          <p:nvPr/>
        </p:nvSpPr>
        <p:spPr>
          <a:xfrm>
            <a:off x="5641849" y="1260123"/>
            <a:ext cx="5882639" cy="502005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/>
            <a:endParaRPr lang="en-US" sz="2000" dirty="0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114361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2C72CD-BDE4-1D12-3881-2E1C2FF521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CustomShape 2">
            <a:extLst>
              <a:ext uri="{FF2B5EF4-FFF2-40B4-BE49-F238E27FC236}">
                <a16:creationId xmlns:a16="http://schemas.microsoft.com/office/drawing/2014/main" id="{71C243BC-72AF-CCD2-FC67-8CDF9A3C8B03}"/>
              </a:ext>
            </a:extLst>
          </p:cNvPr>
          <p:cNvSpPr/>
          <p:nvPr/>
        </p:nvSpPr>
        <p:spPr>
          <a:xfrm>
            <a:off x="3556080" y="6356520"/>
            <a:ext cx="4469040" cy="3636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200" b="0" strike="noStrike" spc="-1" noProof="1">
                <a:solidFill>
                  <a:srgbClr val="035C75"/>
                </a:solidFill>
                <a:latin typeface="Constantia"/>
                <a:ea typeface="DejaVu Sans"/>
              </a:rPr>
              <a:t>John Soft Technologies LLP Confidential</a:t>
            </a:r>
            <a:endParaRPr lang="en-US" sz="1200" b="0" strike="noStrike" spc="-1" noProof="1">
              <a:latin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9C06CD5-00AA-F1A6-F733-4988231317E4}"/>
              </a:ext>
            </a:extLst>
          </p:cNvPr>
          <p:cNvSpPr txBox="1"/>
          <p:nvPr/>
        </p:nvSpPr>
        <p:spPr>
          <a:xfrm>
            <a:off x="210494" y="1257671"/>
            <a:ext cx="6003664" cy="493981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6300">
                <a:latin typeface="Avenir Next LT Pro"/>
              </a:rPr>
              <a:t>Preparing and </a:t>
            </a:r>
            <a:endParaRPr lang="en-US" sz="6300">
              <a:latin typeface="Arial"/>
            </a:endParaRPr>
          </a:p>
          <a:p>
            <a:r>
              <a:rPr lang="en-US" sz="6300">
                <a:latin typeface="Avenir Next LT Pro"/>
              </a:rPr>
              <a:t>Building</a:t>
            </a:r>
            <a:endParaRPr lang="en-US" sz="6300">
              <a:latin typeface="Arial"/>
            </a:endParaRPr>
          </a:p>
          <a:p>
            <a:r>
              <a:rPr lang="en-US" sz="6300">
                <a:latin typeface="Avenir Next LT Pro"/>
              </a:rPr>
              <a:t>AOSP for Cuttlefish</a:t>
            </a:r>
            <a:endParaRPr lang="en-US" sz="6300"/>
          </a:p>
          <a:p>
            <a:pPr algn="ctr"/>
            <a:endParaRPr lang="en-US" sz="6300" dirty="0">
              <a:latin typeface="Avenir Next LT Pro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7D0152-E826-0964-F3EE-FB772331AEA0}"/>
              </a:ext>
            </a:extLst>
          </p:cNvPr>
          <p:cNvSpPr>
            <a:spLocks noGrp="1"/>
          </p:cNvSpPr>
          <p:nvPr/>
        </p:nvSpPr>
        <p:spPr>
          <a:xfrm>
            <a:off x="5641849" y="1260123"/>
            <a:ext cx="5882639" cy="502005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2500"/>
              </a:spcBef>
              <a:buNone/>
            </a:pPr>
            <a:r>
              <a:rPr lang="en-US" b="1">
                <a:latin typeface="Avenir Next LT Pro Light"/>
                <a:ea typeface="Calibri"/>
                <a:cs typeface="Calibri"/>
              </a:rPr>
              <a:t>AOSP Download and Initialization</a:t>
            </a:r>
            <a:endParaRPr lang="en-US" dirty="0">
              <a:latin typeface="Avenir Next LT Pro Light"/>
              <a:ea typeface="Calibri"/>
              <a:cs typeface="Calibri"/>
            </a:endParaRPr>
          </a:p>
          <a:p>
            <a:pPr marL="0" lvl="1" indent="0">
              <a:buNone/>
            </a:pPr>
            <a:r>
              <a:rPr lang="en-US" dirty="0">
                <a:latin typeface="Avenir Next LT Pro Light"/>
                <a:ea typeface="Calibri"/>
                <a:cs typeface="Calibri"/>
              </a:rPr>
              <a:t>Download and initialize AOSP repository with specified Android </a:t>
            </a:r>
            <a:r>
              <a:rPr lang="en-US">
                <a:latin typeface="Avenir Next LT Pro Light"/>
                <a:ea typeface="Calibri"/>
                <a:cs typeface="Calibri"/>
              </a:rPr>
              <a:t>version for</a:t>
            </a:r>
            <a:r>
              <a:rPr lang="en-US" dirty="0">
                <a:latin typeface="Avenir Next LT Pro Light"/>
                <a:ea typeface="Calibri"/>
                <a:cs typeface="Calibri"/>
              </a:rPr>
              <a:t> building Cuttlefish images.</a:t>
            </a:r>
          </a:p>
          <a:p>
            <a:pPr marL="0" indent="0">
              <a:spcBef>
                <a:spcPts val="2500"/>
              </a:spcBef>
              <a:buNone/>
            </a:pPr>
            <a:r>
              <a:rPr lang="en-US" b="1">
                <a:latin typeface="Avenir Next LT Pro Light"/>
                <a:ea typeface="Calibri"/>
                <a:cs typeface="Calibri"/>
              </a:rPr>
              <a:t>Selecting Build Environment and Target</a:t>
            </a:r>
            <a:endParaRPr lang="en-US" dirty="0">
              <a:latin typeface="Avenir Next LT Pro Light"/>
              <a:ea typeface="Calibri"/>
              <a:cs typeface="Calibri"/>
            </a:endParaRPr>
          </a:p>
          <a:p>
            <a:pPr marL="0" lvl="1" indent="0">
              <a:buNone/>
            </a:pPr>
            <a:r>
              <a:rPr lang="en-US" dirty="0">
                <a:latin typeface="Avenir Next LT Pro Light"/>
                <a:ea typeface="Calibri"/>
                <a:cs typeface="Calibri"/>
              </a:rPr>
              <a:t>Load build environment and select device target such as x86_64 </a:t>
            </a:r>
            <a:r>
              <a:rPr lang="en-US">
                <a:latin typeface="Avenir Next LT Pro Light"/>
                <a:ea typeface="Calibri"/>
                <a:cs typeface="Calibri"/>
              </a:rPr>
              <a:t>for Cuttlefish</a:t>
            </a:r>
            <a:r>
              <a:rPr lang="en-US" dirty="0">
                <a:latin typeface="Avenir Next LT Pro Light"/>
                <a:ea typeface="Calibri"/>
                <a:cs typeface="Calibri"/>
              </a:rPr>
              <a:t> virtual devices.</a:t>
            </a:r>
          </a:p>
          <a:p>
            <a:pPr marL="0" indent="0">
              <a:spcBef>
                <a:spcPts val="2500"/>
              </a:spcBef>
              <a:buNone/>
            </a:pPr>
            <a:r>
              <a:rPr lang="en-US" b="1">
                <a:latin typeface="Avenir Next LT Pro Light"/>
                <a:ea typeface="Calibri"/>
                <a:cs typeface="Calibri"/>
              </a:rPr>
              <a:t>Compiling and Building Images</a:t>
            </a:r>
            <a:endParaRPr lang="en-US" dirty="0">
              <a:latin typeface="Avenir Next LT Pro Light"/>
              <a:ea typeface="Calibri"/>
              <a:cs typeface="Calibri"/>
            </a:endParaRPr>
          </a:p>
          <a:p>
            <a:pPr marL="0" lvl="1" indent="0">
              <a:buNone/>
            </a:pPr>
            <a:r>
              <a:rPr lang="en-US" dirty="0">
                <a:latin typeface="Avenir Next LT Pro Light"/>
                <a:ea typeface="Calibri"/>
                <a:cs typeface="Calibri"/>
              </a:rPr>
              <a:t>Compile source code with parallel threads; build process requires significant time and disk space.</a:t>
            </a:r>
          </a:p>
          <a:p>
            <a:pPr marL="0" indent="0">
              <a:spcBef>
                <a:spcPts val="2500"/>
              </a:spcBef>
              <a:buNone/>
            </a:pPr>
            <a:r>
              <a:rPr lang="en-US" b="1">
                <a:latin typeface="Avenir Next LT Pro Light"/>
                <a:ea typeface="Calibri"/>
                <a:cs typeface="Calibri"/>
              </a:rPr>
              <a:t>Generated Cuttlefish Image Files</a:t>
            </a:r>
            <a:endParaRPr lang="en-US" dirty="0">
              <a:latin typeface="Avenir Next LT Pro Light"/>
              <a:ea typeface="Calibri"/>
              <a:cs typeface="Calibri"/>
            </a:endParaRPr>
          </a:p>
          <a:p>
            <a:pPr marL="0" lvl="1" indent="0">
              <a:buNone/>
            </a:pPr>
            <a:r>
              <a:rPr lang="en-US" dirty="0">
                <a:latin typeface="Avenir Next LT Pro Light"/>
                <a:ea typeface="Calibri"/>
                <a:cs typeface="Calibri"/>
              </a:rPr>
              <a:t>Output includes critical image files like </a:t>
            </a:r>
            <a:r>
              <a:rPr lang="en-US" dirty="0" err="1">
                <a:latin typeface="Avenir Next LT Pro Light"/>
                <a:ea typeface="Calibri"/>
                <a:cs typeface="Calibri"/>
              </a:rPr>
              <a:t>boot.img</a:t>
            </a:r>
            <a:r>
              <a:rPr lang="en-US" dirty="0">
                <a:latin typeface="Avenir Next LT Pro Light"/>
                <a:ea typeface="Calibri"/>
                <a:cs typeface="Calibri"/>
              </a:rPr>
              <a:t>, </a:t>
            </a:r>
            <a:r>
              <a:rPr lang="en-US" dirty="0" err="1">
                <a:latin typeface="Avenir Next LT Pro Light"/>
                <a:ea typeface="Calibri"/>
                <a:cs typeface="Calibri"/>
              </a:rPr>
              <a:t>system.img,vendor.img</a:t>
            </a:r>
            <a:r>
              <a:rPr lang="en-US" dirty="0">
                <a:latin typeface="Avenir Next LT Pro Light"/>
                <a:ea typeface="Calibri"/>
                <a:cs typeface="Calibri"/>
              </a:rPr>
              <a:t> needed for virtual device runtime.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22291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F81DB9-D462-40E7-BD02-2C1B27745D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CustomShape 2">
            <a:extLst>
              <a:ext uri="{FF2B5EF4-FFF2-40B4-BE49-F238E27FC236}">
                <a16:creationId xmlns:a16="http://schemas.microsoft.com/office/drawing/2014/main" id="{500366E6-D626-553B-4CD7-ED367AC53228}"/>
              </a:ext>
            </a:extLst>
          </p:cNvPr>
          <p:cNvSpPr/>
          <p:nvPr/>
        </p:nvSpPr>
        <p:spPr>
          <a:xfrm>
            <a:off x="3556080" y="6356520"/>
            <a:ext cx="4469040" cy="3636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200" b="0" strike="noStrike" spc="-1" noProof="1">
                <a:solidFill>
                  <a:srgbClr val="035C75"/>
                </a:solidFill>
                <a:latin typeface="Constantia"/>
                <a:ea typeface="DejaVu Sans"/>
              </a:rPr>
              <a:t>John Soft Technologies LLP Confidential</a:t>
            </a:r>
            <a:endParaRPr lang="en-US" sz="1200" b="0" strike="noStrike" spc="-1" noProof="1">
              <a:latin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823EF0A-22D5-698D-45BE-F867843DA2BF}"/>
              </a:ext>
            </a:extLst>
          </p:cNvPr>
          <p:cNvSpPr txBox="1"/>
          <p:nvPr/>
        </p:nvSpPr>
        <p:spPr>
          <a:xfrm>
            <a:off x="732411" y="1362055"/>
            <a:ext cx="5220788" cy="6186309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r>
              <a:rPr lang="en-US" sz="6600">
                <a:latin typeface="Avenir Next LT Pro"/>
              </a:rPr>
              <a:t>Commands</a:t>
            </a:r>
            <a:endParaRPr lang="en-US"/>
          </a:p>
          <a:p>
            <a:r>
              <a:rPr lang="en-US" sz="6600">
                <a:latin typeface="Avenir Next LT Pro"/>
              </a:rPr>
              <a:t>For Build AOSP </a:t>
            </a:r>
            <a:endParaRPr lang="en-US">
              <a:latin typeface="Arial"/>
            </a:endParaRPr>
          </a:p>
          <a:p>
            <a:r>
              <a:rPr lang="en-US" sz="6600">
                <a:latin typeface="Avenir Next LT Pro"/>
              </a:rPr>
              <a:t>Cuttlefish</a:t>
            </a:r>
            <a:endParaRPr lang="en-US"/>
          </a:p>
          <a:p>
            <a:endParaRPr lang="en-US" sz="6600" dirty="0">
              <a:latin typeface="Avenir Next LT Pro"/>
            </a:endParaRPr>
          </a:p>
          <a:p>
            <a:pPr algn="ctr"/>
            <a:endParaRPr lang="en-US" sz="6600" dirty="0">
              <a:latin typeface="Avenir Next LT Pro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C86CD1-F84F-5BDB-391E-EBC665478BBC}"/>
              </a:ext>
            </a:extLst>
          </p:cNvPr>
          <p:cNvSpPr>
            <a:spLocks noGrp="1"/>
          </p:cNvSpPr>
          <p:nvPr/>
        </p:nvSpPr>
        <p:spPr>
          <a:xfrm>
            <a:off x="6101137" y="1521082"/>
            <a:ext cx="5882639" cy="50200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</a:pPr>
            <a:r>
              <a:rPr lang="en-US" sz="2400" dirty="0">
                <a:latin typeface="Calibri"/>
                <a:ea typeface="Calibri"/>
                <a:cs typeface="Calibri"/>
              </a:rPr>
              <a:t>$ </a:t>
            </a:r>
            <a:r>
              <a:rPr lang="en-US" sz="2400" dirty="0" err="1">
                <a:latin typeface="Calibri"/>
                <a:ea typeface="Calibri"/>
                <a:cs typeface="Calibri"/>
              </a:rPr>
              <a:t>mkdir</a:t>
            </a:r>
            <a:r>
              <a:rPr lang="en-US" sz="2400" dirty="0">
                <a:latin typeface="Calibri"/>
                <a:ea typeface="Calibri"/>
                <a:cs typeface="Calibri"/>
              </a:rPr>
              <a:t> $HOME/</a:t>
            </a:r>
            <a:r>
              <a:rPr lang="en-US" sz="2400" dirty="0" err="1">
                <a:latin typeface="Calibri"/>
                <a:ea typeface="Calibri"/>
                <a:cs typeface="Calibri"/>
              </a:rPr>
              <a:t>aosp</a:t>
            </a:r>
            <a:endParaRPr lang="en-US" sz="2400" dirty="0">
              <a:latin typeface="Calibri"/>
              <a:ea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ct val="20000"/>
              </a:spcBef>
            </a:pPr>
            <a:r>
              <a:rPr lang="en-US" sz="2400" dirty="0">
                <a:latin typeface="Calibri"/>
                <a:ea typeface="Calibri"/>
                <a:cs typeface="Calibri"/>
              </a:rPr>
              <a:t>$ cd $HOME/</a:t>
            </a:r>
            <a:r>
              <a:rPr lang="en-US" sz="2400" dirty="0" err="1">
                <a:latin typeface="Calibri"/>
                <a:ea typeface="Calibri"/>
                <a:cs typeface="Calibri"/>
              </a:rPr>
              <a:t>aosp</a:t>
            </a:r>
            <a:endParaRPr lang="en-US" sz="2400" dirty="0" err="1">
              <a:latin typeface="Arial"/>
              <a:ea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ct val="20000"/>
              </a:spcBef>
            </a:pPr>
            <a:r>
              <a:rPr lang="en-US" sz="2400" dirty="0">
                <a:latin typeface="Calibri"/>
                <a:ea typeface="Calibri"/>
                <a:cs typeface="Calibri"/>
              </a:rPr>
              <a:t>$ repo </a:t>
            </a:r>
            <a:r>
              <a:rPr lang="en-US" sz="2400" dirty="0" err="1">
                <a:latin typeface="Calibri"/>
                <a:ea typeface="Calibri"/>
                <a:cs typeface="Calibri"/>
              </a:rPr>
              <a:t>init</a:t>
            </a:r>
            <a:r>
              <a:rPr lang="en-US" sz="2400" dirty="0">
                <a:latin typeface="Calibri"/>
                <a:ea typeface="Calibri"/>
                <a:cs typeface="Calibri"/>
              </a:rPr>
              <a:t> -</a:t>
            </a:r>
            <a:r>
              <a:rPr lang="en-US" sz="2400" dirty="0" err="1">
                <a:latin typeface="Calibri"/>
                <a:ea typeface="Calibri"/>
                <a:cs typeface="Calibri"/>
              </a:rPr>
              <a:t>uhttps</a:t>
            </a:r>
            <a:r>
              <a:rPr lang="en-US" sz="2400" dirty="0">
                <a:latin typeface="Calibri"/>
                <a:ea typeface="Calibri"/>
                <a:cs typeface="Calibri"/>
              </a:rPr>
              <a:t>://android.googlesource.com/platform/manifest -b android-16.0.0_r1</a:t>
            </a:r>
          </a:p>
          <a:p>
            <a:pPr>
              <a:lnSpc>
                <a:spcPct val="100000"/>
              </a:lnSpc>
              <a:spcBef>
                <a:spcPct val="20000"/>
              </a:spcBef>
            </a:pPr>
            <a:r>
              <a:rPr lang="en-US" sz="2400">
                <a:latin typeface="Calibri"/>
                <a:ea typeface="Calibri"/>
                <a:cs typeface="Calibri"/>
              </a:rPr>
              <a:t>$ repo sync –c</a:t>
            </a:r>
            <a:endParaRPr lang="en-US" sz="2400" dirty="0">
              <a:latin typeface="Calibri"/>
              <a:ea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ct val="20000"/>
              </a:spcBef>
            </a:pPr>
            <a:r>
              <a:rPr lang="en-US" sz="2400">
                <a:latin typeface="Calibri"/>
                <a:ea typeface="Calibri"/>
                <a:cs typeface="Calibri"/>
              </a:rPr>
              <a:t>$ source build/envsetup.sh</a:t>
            </a:r>
          </a:p>
          <a:p>
            <a:pPr>
              <a:lnSpc>
                <a:spcPct val="100000"/>
              </a:lnSpc>
              <a:spcBef>
                <a:spcPct val="20000"/>
              </a:spcBef>
            </a:pPr>
            <a:r>
              <a:rPr lang="en-US" sz="2400">
                <a:latin typeface="Calibri"/>
                <a:ea typeface="Calibri"/>
                <a:cs typeface="Calibri"/>
              </a:rPr>
              <a:t>$ lunch aosp_cf_x86_64_auto-trunk_staging-userdebug</a:t>
            </a:r>
          </a:p>
          <a:p>
            <a:pPr>
              <a:lnSpc>
                <a:spcPct val="100000"/>
              </a:lnSpc>
              <a:spcBef>
                <a:spcPct val="20000"/>
              </a:spcBef>
            </a:pPr>
            <a:r>
              <a:rPr lang="en-US" sz="2400">
                <a:latin typeface="Calibri"/>
                <a:ea typeface="Calibri"/>
                <a:cs typeface="Calibri"/>
              </a:rPr>
              <a:t>$ m -j8 / -j12 / -j16 / -j32</a:t>
            </a:r>
            <a:endParaRPr lang="en-US" sz="2400"/>
          </a:p>
          <a:p>
            <a:pPr>
              <a:lnSpc>
                <a:spcPct val="100000"/>
              </a:lnSpc>
              <a:spcBef>
                <a:spcPct val="20000"/>
              </a:spcBef>
            </a:pPr>
            <a:endParaRPr lang="en-US" sz="2000" dirty="0">
              <a:latin typeface="Calibri"/>
              <a:ea typeface="Calibri"/>
              <a:cs typeface="Calibri"/>
            </a:endParaRPr>
          </a:p>
          <a:p>
            <a:pPr marL="0" indent="0">
              <a:spcBef>
                <a:spcPts val="2500"/>
              </a:spcBef>
              <a:buNone/>
            </a:pPr>
            <a:endParaRPr lang="en-US" b="1" dirty="0">
              <a:latin typeface="Avenir Next LT Pro Light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697219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10CC98-0B33-A286-0B1C-1E4E530F3C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CustomShape 2">
            <a:extLst>
              <a:ext uri="{FF2B5EF4-FFF2-40B4-BE49-F238E27FC236}">
                <a16:creationId xmlns:a16="http://schemas.microsoft.com/office/drawing/2014/main" id="{C5EA9642-B427-7DE5-669D-E81235B27724}"/>
              </a:ext>
            </a:extLst>
          </p:cNvPr>
          <p:cNvSpPr/>
          <p:nvPr/>
        </p:nvSpPr>
        <p:spPr>
          <a:xfrm>
            <a:off x="3556080" y="6356520"/>
            <a:ext cx="4469040" cy="3636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200" b="0" strike="noStrike" spc="-1" noProof="1">
                <a:solidFill>
                  <a:srgbClr val="035C75"/>
                </a:solidFill>
                <a:latin typeface="Constantia"/>
                <a:ea typeface="DejaVu Sans"/>
              </a:rPr>
              <a:t>John Soft Technologies LLP Confidential</a:t>
            </a:r>
            <a:endParaRPr lang="en-US" sz="1200" b="0" strike="noStrike" spc="-1" noProof="1">
              <a:latin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8D2297B-13B3-6E63-3394-184B957382E0}"/>
              </a:ext>
            </a:extLst>
          </p:cNvPr>
          <p:cNvSpPr txBox="1"/>
          <p:nvPr/>
        </p:nvSpPr>
        <p:spPr>
          <a:xfrm>
            <a:off x="951616" y="3595864"/>
            <a:ext cx="5220788" cy="338554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7400">
                <a:latin typeface="Avenir Next LT Pro"/>
              </a:rPr>
              <a:t>Running Cuttlefish</a:t>
            </a:r>
            <a:endParaRPr lang="en-US" sz="7400"/>
          </a:p>
          <a:p>
            <a:pPr algn="ctr"/>
            <a:endParaRPr lang="en-US" sz="6600" dirty="0">
              <a:latin typeface="Avenir Next LT Pro"/>
            </a:endParaRPr>
          </a:p>
        </p:txBody>
      </p:sp>
    </p:spTree>
    <p:extLst>
      <p:ext uri="{BB962C8B-B14F-4D97-AF65-F5344CB8AC3E}">
        <p14:creationId xmlns:p14="http://schemas.microsoft.com/office/powerpoint/2010/main" val="17103437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C6BD64-6639-F734-93E8-5BDED00A8E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CustomShape 2">
            <a:extLst>
              <a:ext uri="{FF2B5EF4-FFF2-40B4-BE49-F238E27FC236}">
                <a16:creationId xmlns:a16="http://schemas.microsoft.com/office/drawing/2014/main" id="{1C6A8270-4E8D-DD41-63A7-E6658752789E}"/>
              </a:ext>
            </a:extLst>
          </p:cNvPr>
          <p:cNvSpPr/>
          <p:nvPr/>
        </p:nvSpPr>
        <p:spPr>
          <a:xfrm>
            <a:off x="3556080" y="6356520"/>
            <a:ext cx="4469040" cy="3636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200" b="0" strike="noStrike" spc="-1" noProof="1">
                <a:solidFill>
                  <a:srgbClr val="035C75"/>
                </a:solidFill>
                <a:latin typeface="Constantia"/>
                <a:ea typeface="DejaVu Sans"/>
              </a:rPr>
              <a:t>John Soft Technologies LLP Confidential</a:t>
            </a:r>
            <a:endParaRPr lang="en-US" sz="1200" b="0" strike="noStrike" spc="-1" noProof="1">
              <a:latin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47B0092-B0F4-BB70-2DF1-A107D8ED442A}"/>
              </a:ext>
            </a:extLst>
          </p:cNvPr>
          <p:cNvSpPr txBox="1"/>
          <p:nvPr/>
        </p:nvSpPr>
        <p:spPr>
          <a:xfrm>
            <a:off x="774165" y="1362055"/>
            <a:ext cx="5220788" cy="5170646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r>
              <a:rPr lang="en-US" sz="6600">
                <a:latin typeface="Avenir Next LT Pro"/>
              </a:rPr>
              <a:t>Launching </a:t>
            </a:r>
          </a:p>
          <a:p>
            <a:r>
              <a:rPr lang="en-US" sz="6600">
                <a:latin typeface="Avenir Next LT Pro"/>
              </a:rPr>
              <a:t>Cuttlefish </a:t>
            </a:r>
            <a:r>
              <a:rPr lang="en-US" sz="6600" dirty="0">
                <a:latin typeface="Avenir Next LT Pro"/>
              </a:rPr>
              <a:t>Virtual Device</a:t>
            </a:r>
            <a:endParaRPr lang="en-US" sz="6600">
              <a:latin typeface="Avenir Next LT Pro"/>
            </a:endParaRPr>
          </a:p>
          <a:p>
            <a:endParaRPr lang="en-US" sz="6600" dirty="0">
              <a:latin typeface="Avenir Next LT Pro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461248-A9CB-26B6-E9B5-EBE139D08A17}"/>
              </a:ext>
            </a:extLst>
          </p:cNvPr>
          <p:cNvSpPr>
            <a:spLocks noGrp="1"/>
          </p:cNvSpPr>
          <p:nvPr/>
        </p:nvSpPr>
        <p:spPr>
          <a:xfrm>
            <a:off x="5641849" y="1260123"/>
            <a:ext cx="5882639" cy="502005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2500"/>
              </a:spcBef>
              <a:buNone/>
            </a:pPr>
            <a:r>
              <a:rPr lang="en-US" b="1">
                <a:latin typeface="Avenir Next LT Pro Light"/>
                <a:ea typeface="Calibri"/>
                <a:cs typeface="Calibri"/>
              </a:rPr>
              <a:t>Launching the Virtual Device</a:t>
            </a:r>
            <a:endParaRPr lang="en-US" dirty="0">
              <a:latin typeface="Avenir Next LT Pro Light"/>
              <a:ea typeface="Calibri"/>
              <a:cs typeface="Calibri"/>
            </a:endParaRPr>
          </a:p>
          <a:p>
            <a:pPr marL="0" lvl="1" indent="0">
              <a:buNone/>
            </a:pPr>
            <a:r>
              <a:rPr lang="en-US" dirty="0">
                <a:latin typeface="Avenir Next LT Pro Light"/>
                <a:ea typeface="Calibri"/>
                <a:cs typeface="Calibri"/>
              </a:rPr>
              <a:t>Use the command to start a Cuttlefish virtual device simulating a </a:t>
            </a:r>
            <a:r>
              <a:rPr lang="en-US">
                <a:latin typeface="Avenir Next LT Pro Light"/>
                <a:ea typeface="Calibri"/>
                <a:cs typeface="Calibri"/>
              </a:rPr>
              <a:t>full Android</a:t>
            </a:r>
            <a:r>
              <a:rPr lang="en-US" dirty="0">
                <a:latin typeface="Avenir Next LT Pro Light"/>
                <a:ea typeface="Calibri"/>
                <a:cs typeface="Calibri"/>
              </a:rPr>
              <a:t> environment with hardware abstraction.</a:t>
            </a:r>
          </a:p>
          <a:p>
            <a:pPr marL="0" indent="0">
              <a:spcBef>
                <a:spcPts val="2500"/>
              </a:spcBef>
              <a:buNone/>
            </a:pPr>
            <a:r>
              <a:rPr lang="en-US" b="1">
                <a:latin typeface="Avenir Next LT Pro Light"/>
                <a:ea typeface="Calibri"/>
                <a:cs typeface="Calibri"/>
              </a:rPr>
              <a:t>Managing Device Status</a:t>
            </a:r>
            <a:endParaRPr lang="en-US" dirty="0">
              <a:latin typeface="Avenir Next LT Pro Light"/>
              <a:ea typeface="Calibri"/>
              <a:cs typeface="Calibri"/>
            </a:endParaRPr>
          </a:p>
          <a:p>
            <a:pPr marL="0" lvl="1" indent="0">
              <a:buNone/>
            </a:pPr>
            <a:r>
              <a:rPr lang="en-US" dirty="0">
                <a:latin typeface="Avenir Next LT Pro Light"/>
                <a:ea typeface="Calibri"/>
                <a:cs typeface="Calibri"/>
              </a:rPr>
              <a:t>Monitor active virtual device instances using status commands and </a:t>
            </a:r>
            <a:r>
              <a:rPr lang="en-US">
                <a:latin typeface="Avenir Next LT Pro Light"/>
                <a:ea typeface="Calibri"/>
                <a:cs typeface="Calibri"/>
              </a:rPr>
              <a:t>stop them</a:t>
            </a:r>
            <a:r>
              <a:rPr lang="en-US" dirty="0">
                <a:latin typeface="Avenir Next LT Pro Light"/>
                <a:ea typeface="Calibri"/>
                <a:cs typeface="Calibri"/>
              </a:rPr>
              <a:t> gracefully to ensure cleanup.</a:t>
            </a:r>
          </a:p>
          <a:p>
            <a:pPr marL="0" indent="0">
              <a:spcBef>
                <a:spcPts val="2500"/>
              </a:spcBef>
              <a:buNone/>
            </a:pPr>
            <a:r>
              <a:rPr lang="en-US" b="1">
                <a:latin typeface="Avenir Next LT Pro Light"/>
                <a:ea typeface="Calibri"/>
                <a:cs typeface="Calibri"/>
              </a:rPr>
              <a:t>Graphical Interface Access</a:t>
            </a:r>
            <a:endParaRPr lang="en-US" dirty="0">
              <a:latin typeface="Avenir Next LT Pro Light"/>
              <a:ea typeface="Calibri"/>
              <a:cs typeface="Calibri"/>
            </a:endParaRPr>
          </a:p>
          <a:p>
            <a:pPr marL="0" lvl="1" indent="0">
              <a:buNone/>
            </a:pPr>
            <a:r>
              <a:rPr lang="en-US" dirty="0">
                <a:latin typeface="Avenir Next LT Pro Light"/>
                <a:ea typeface="Calibri"/>
                <a:cs typeface="Calibri"/>
              </a:rPr>
              <a:t>Access the virtual device via a web browser using a host address for a graphical interface similar to physical hardware.</a:t>
            </a:r>
          </a:p>
          <a:p>
            <a:pPr marL="0" indent="0">
              <a:spcBef>
                <a:spcPts val="2500"/>
              </a:spcBef>
              <a:buNone/>
            </a:pPr>
            <a:r>
              <a:rPr lang="en-US" b="1">
                <a:latin typeface="Avenir Next LT Pro Light"/>
                <a:ea typeface="Calibri"/>
                <a:cs typeface="Calibri"/>
              </a:rPr>
              <a:t>Integration with Android Studio</a:t>
            </a:r>
            <a:endParaRPr lang="en-US" dirty="0">
              <a:latin typeface="Avenir Next LT Pro Light"/>
              <a:ea typeface="Calibri"/>
              <a:cs typeface="Calibri"/>
            </a:endParaRPr>
          </a:p>
          <a:p>
            <a:pPr marL="0" lvl="1" indent="0">
              <a:buNone/>
            </a:pPr>
            <a:r>
              <a:rPr lang="en-US" dirty="0">
                <a:latin typeface="Avenir Next LT Pro Light"/>
                <a:ea typeface="Calibri"/>
                <a:cs typeface="Calibri"/>
              </a:rPr>
              <a:t>Deploy and debug apps directly on Cuttlefish through Android </a:t>
            </a:r>
            <a:r>
              <a:rPr lang="en-US">
                <a:latin typeface="Avenir Next LT Pro Light"/>
                <a:ea typeface="Calibri"/>
                <a:cs typeface="Calibri"/>
              </a:rPr>
              <a:t>Studio’s Running</a:t>
            </a:r>
            <a:r>
              <a:rPr lang="en-US" dirty="0">
                <a:latin typeface="Avenir Next LT Pro Light"/>
                <a:ea typeface="Calibri"/>
                <a:cs typeface="Calibri"/>
              </a:rPr>
              <a:t> Devices panel, streamlining development.</a:t>
            </a:r>
          </a:p>
          <a:p>
            <a:pPr marL="0" lvl="1" indent="0">
              <a:buNone/>
            </a:pPr>
            <a:r>
              <a:rPr lang="en-US" sz="1200" b="1">
                <a:latin typeface="Calibri"/>
                <a:ea typeface="Calibri"/>
                <a:cs typeface="Calibri"/>
              </a:rPr>
              <a:t>Open Android Studio → Running Devices →Select Cuttlefish Emulator</a:t>
            </a:r>
            <a:endParaRPr lang="en-US" sz="1200" b="1"/>
          </a:p>
          <a:p>
            <a:pPr marL="0" indent="0">
              <a:spcBef>
                <a:spcPts val="2500"/>
              </a:spcBef>
              <a:buNone/>
            </a:pPr>
            <a:endParaRPr lang="en-US" b="1" dirty="0">
              <a:latin typeface="Avenir Next LT Pro Light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251121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DE5543-E639-655F-F752-BF3D442C4E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CustomShape 2">
            <a:extLst>
              <a:ext uri="{FF2B5EF4-FFF2-40B4-BE49-F238E27FC236}">
                <a16:creationId xmlns:a16="http://schemas.microsoft.com/office/drawing/2014/main" id="{58A6815C-7F48-7E8A-BEA0-CF0D3C672E80}"/>
              </a:ext>
            </a:extLst>
          </p:cNvPr>
          <p:cNvSpPr/>
          <p:nvPr/>
        </p:nvSpPr>
        <p:spPr>
          <a:xfrm>
            <a:off x="3556080" y="6356520"/>
            <a:ext cx="4469040" cy="3636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200" b="0" strike="noStrike" spc="-1" noProof="1">
                <a:solidFill>
                  <a:srgbClr val="035C75"/>
                </a:solidFill>
                <a:latin typeface="Constantia"/>
                <a:ea typeface="DejaVu Sans"/>
              </a:rPr>
              <a:t>John Soft Technologies LLP Confidential</a:t>
            </a:r>
            <a:endParaRPr lang="en-US" sz="1200" b="0" strike="noStrike" spc="-1" noProof="1">
              <a:latin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4250A9E-33D5-C7A0-B317-3C4F78EDA75A}"/>
              </a:ext>
            </a:extLst>
          </p:cNvPr>
          <p:cNvSpPr txBox="1"/>
          <p:nvPr/>
        </p:nvSpPr>
        <p:spPr>
          <a:xfrm>
            <a:off x="878548" y="1362056"/>
            <a:ext cx="5220788" cy="5170646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r>
              <a:rPr lang="en-US" sz="6600">
                <a:latin typeface="Avenir Next LT Pro"/>
              </a:rPr>
              <a:t>Launching </a:t>
            </a:r>
            <a:endParaRPr lang="en-US"/>
          </a:p>
          <a:p>
            <a:r>
              <a:rPr lang="en-US" sz="6600">
                <a:latin typeface="Avenir Next LT Pro"/>
              </a:rPr>
              <a:t>Commands</a:t>
            </a:r>
            <a:endParaRPr lang="en-US"/>
          </a:p>
          <a:p>
            <a:r>
              <a:rPr lang="en-US" sz="6600">
                <a:latin typeface="Avenir Next LT Pro"/>
              </a:rPr>
              <a:t>for</a:t>
            </a:r>
            <a:endParaRPr lang="en-US" sz="6600" dirty="0">
              <a:latin typeface="Avenir Next LT Pro"/>
            </a:endParaRPr>
          </a:p>
          <a:p>
            <a:r>
              <a:rPr lang="en-US" sz="6600">
                <a:latin typeface="Avenir Next LT Pro"/>
              </a:rPr>
              <a:t>CVD</a:t>
            </a:r>
            <a:endParaRPr lang="en-US" sz="6600" dirty="0">
              <a:latin typeface="Avenir Next LT Pro"/>
            </a:endParaRPr>
          </a:p>
          <a:p>
            <a:endParaRPr lang="en-US" sz="6600" dirty="0">
              <a:latin typeface="Avenir Next LT Pro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7BD51B-1AD1-38CD-0992-7DC41E167BC1}"/>
              </a:ext>
            </a:extLst>
          </p:cNvPr>
          <p:cNvSpPr>
            <a:spLocks noGrp="1"/>
          </p:cNvSpPr>
          <p:nvPr/>
        </p:nvSpPr>
        <p:spPr>
          <a:xfrm>
            <a:off x="6309904" y="2533603"/>
            <a:ext cx="5882639" cy="306808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Font typeface="Arial,Sans-Serif" panose="020B0604020202020204" pitchFamily="34" charset="0"/>
            </a:pPr>
            <a:r>
              <a:rPr lang="en-US" sz="2400" dirty="0">
                <a:latin typeface="Calibri"/>
                <a:ea typeface="Calibri"/>
                <a:cs typeface="Calibri"/>
              </a:rPr>
              <a:t>HOME=$PWD ./bin/</a:t>
            </a:r>
            <a:r>
              <a:rPr lang="en-US" sz="2400" dirty="0" err="1">
                <a:latin typeface="Calibri"/>
                <a:ea typeface="Calibri"/>
                <a:cs typeface="Calibri"/>
              </a:rPr>
              <a:t>launch_cvd</a:t>
            </a:r>
            <a:endParaRPr lang="en-US" sz="2400" dirty="0" err="1">
              <a:solidFill>
                <a:srgbClr val="01463E"/>
              </a:solidFill>
              <a:latin typeface="Calibri"/>
              <a:ea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ct val="20000"/>
              </a:spcBef>
              <a:buFont typeface="Arial,Sans-Serif" panose="020B0604020202020204" pitchFamily="34" charset="0"/>
              <a:buChar char="•"/>
            </a:pPr>
            <a:r>
              <a:rPr lang="en-US" sz="2400" dirty="0" err="1">
                <a:latin typeface="Calibri"/>
                <a:ea typeface="Calibri"/>
                <a:cs typeface="Calibri"/>
              </a:rPr>
              <a:t>cvd_status</a:t>
            </a:r>
            <a:endParaRPr lang="en-US" sz="2400" dirty="0" err="1">
              <a:solidFill>
                <a:srgbClr val="01463E"/>
              </a:solidFill>
              <a:latin typeface="Calibri"/>
              <a:ea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ct val="20000"/>
              </a:spcBef>
              <a:buFont typeface="Arial,Sans-Serif" panose="020B0604020202020204" pitchFamily="34" charset="0"/>
              <a:buChar char="•"/>
            </a:pPr>
            <a:r>
              <a:rPr lang="en-US" sz="2400" dirty="0" err="1">
                <a:latin typeface="Calibri"/>
                <a:ea typeface="Calibri"/>
                <a:cs typeface="Calibri"/>
              </a:rPr>
              <a:t>stop_cvd</a:t>
            </a:r>
            <a:endParaRPr lang="en-US" sz="2400" dirty="0" err="1">
              <a:solidFill>
                <a:srgbClr val="01463E"/>
              </a:solidFill>
              <a:latin typeface="Calibri"/>
              <a:ea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ct val="20000"/>
              </a:spcBef>
              <a:buFont typeface="Arial,Sans-Serif" panose="020B0604020202020204" pitchFamily="34" charset="0"/>
            </a:pPr>
            <a:r>
              <a:rPr lang="en-US" sz="2400">
                <a:latin typeface="Calibri"/>
                <a:ea typeface="Calibri"/>
                <a:cs typeface="Calibri"/>
              </a:rPr>
              <a:t>cvd_launch</a:t>
            </a:r>
            <a:r>
              <a:rPr lang="en-US" sz="2400" dirty="0">
                <a:latin typeface="Calibri"/>
                <a:ea typeface="Calibri"/>
                <a:cs typeface="Calibri"/>
              </a:rPr>
              <a:t> --help</a:t>
            </a:r>
          </a:p>
          <a:p>
            <a:pPr marL="285750" indent="-285750">
              <a:spcBef>
                <a:spcPts val="2500"/>
              </a:spcBef>
            </a:pPr>
            <a:endParaRPr lang="en-US" b="1" dirty="0">
              <a:latin typeface="Avenir Next LT Pro Light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516854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211015-88E2-5B1D-90CB-E46F12EEF0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CustomShape 2">
            <a:extLst>
              <a:ext uri="{FF2B5EF4-FFF2-40B4-BE49-F238E27FC236}">
                <a16:creationId xmlns:a16="http://schemas.microsoft.com/office/drawing/2014/main" id="{A2197717-F9DD-0E09-3859-E0E91129903D}"/>
              </a:ext>
            </a:extLst>
          </p:cNvPr>
          <p:cNvSpPr/>
          <p:nvPr/>
        </p:nvSpPr>
        <p:spPr>
          <a:xfrm>
            <a:off x="3556080" y="6356520"/>
            <a:ext cx="4469040" cy="3636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200" b="0" strike="noStrike" spc="-1" noProof="1">
                <a:solidFill>
                  <a:srgbClr val="035C75"/>
                </a:solidFill>
                <a:latin typeface="Constantia"/>
                <a:ea typeface="DejaVu Sans"/>
              </a:rPr>
              <a:t>John Soft Technologies LLP Confidential</a:t>
            </a:r>
            <a:endParaRPr lang="en-US" sz="1200" b="0" strike="noStrike" spc="-1" noProof="1">
              <a:latin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323E9E4-BE27-A464-E427-59DBFED3A6F2}"/>
              </a:ext>
            </a:extLst>
          </p:cNvPr>
          <p:cNvSpPr txBox="1"/>
          <p:nvPr/>
        </p:nvSpPr>
        <p:spPr>
          <a:xfrm>
            <a:off x="732411" y="3872553"/>
            <a:ext cx="9667527" cy="3385542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r>
              <a:rPr lang="en-US" sz="7400" dirty="0">
                <a:latin typeface="Avenir Next LT Pro"/>
              </a:rPr>
              <a:t>USB and Hardwar</a:t>
            </a:r>
            <a:r>
              <a:rPr lang="en-US" sz="7400">
                <a:latin typeface="Avenir Next LT Pro"/>
              </a:rPr>
              <a:t>e Int</a:t>
            </a:r>
            <a:r>
              <a:rPr lang="en-US" sz="7400" dirty="0">
                <a:latin typeface="Avenir Next LT Pro"/>
              </a:rPr>
              <a:t>egration</a:t>
            </a:r>
            <a:endParaRPr lang="en-US" sz="7400">
              <a:latin typeface="Avenir Next LT Pro"/>
            </a:endParaRPr>
          </a:p>
          <a:p>
            <a:endParaRPr lang="en-US" sz="6600" dirty="0">
              <a:latin typeface="Avenir Next LT Pro"/>
            </a:endParaRPr>
          </a:p>
        </p:txBody>
      </p:sp>
    </p:spTree>
    <p:extLst>
      <p:ext uri="{BB962C8B-B14F-4D97-AF65-F5344CB8AC3E}">
        <p14:creationId xmlns:p14="http://schemas.microsoft.com/office/powerpoint/2010/main" val="10613745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AC2D8B-2669-77F7-39BD-100017DBAC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CustomShape 2">
            <a:extLst>
              <a:ext uri="{FF2B5EF4-FFF2-40B4-BE49-F238E27FC236}">
                <a16:creationId xmlns:a16="http://schemas.microsoft.com/office/drawing/2014/main" id="{6CC4EE88-36A3-6F1A-B11D-0396683343D4}"/>
              </a:ext>
            </a:extLst>
          </p:cNvPr>
          <p:cNvSpPr/>
          <p:nvPr/>
        </p:nvSpPr>
        <p:spPr>
          <a:xfrm>
            <a:off x="3556080" y="6356520"/>
            <a:ext cx="4469040" cy="3636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200" b="0" strike="noStrike" spc="-1" noProof="1">
                <a:solidFill>
                  <a:srgbClr val="035C75"/>
                </a:solidFill>
                <a:latin typeface="Constantia"/>
                <a:ea typeface="DejaVu Sans"/>
              </a:rPr>
              <a:t>John Soft Technologies LLP Confidential</a:t>
            </a:r>
            <a:endParaRPr lang="en-US" sz="1200" b="0" strike="noStrike" spc="-1" noProof="1">
              <a:latin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C037D8-B236-064A-DA72-140A1C834511}"/>
              </a:ext>
            </a:extLst>
          </p:cNvPr>
          <p:cNvSpPr txBox="1"/>
          <p:nvPr/>
        </p:nvSpPr>
        <p:spPr>
          <a:xfrm>
            <a:off x="419261" y="2012375"/>
            <a:ext cx="5220788" cy="3139321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r>
              <a:rPr lang="en-US" sz="6600">
                <a:latin typeface="Avenir Next LT Pro"/>
              </a:rPr>
              <a:t>Physical USB and BT</a:t>
            </a:r>
            <a:r>
              <a:rPr lang="en-US" sz="6600" dirty="0">
                <a:latin typeface="Avenir Next LT Pro"/>
              </a:rPr>
              <a:t> Passthrough</a:t>
            </a:r>
            <a:endParaRPr lang="en-US" sz="66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8F06D7-F23E-4EAD-98DA-41D1215B4491}"/>
              </a:ext>
            </a:extLst>
          </p:cNvPr>
          <p:cNvSpPr>
            <a:spLocks noGrp="1"/>
          </p:cNvSpPr>
          <p:nvPr/>
        </p:nvSpPr>
        <p:spPr>
          <a:xfrm>
            <a:off x="5641849" y="1260123"/>
            <a:ext cx="5882639" cy="502005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2500"/>
              </a:spcBef>
              <a:buNone/>
            </a:pPr>
            <a:r>
              <a:rPr lang="en-US" b="1">
                <a:latin typeface="Avenir Next LT Pro Light"/>
                <a:ea typeface="Calibri"/>
                <a:cs typeface="Calibri"/>
              </a:rPr>
              <a:t>Enabling USB Passthrough</a:t>
            </a:r>
          </a:p>
          <a:p>
            <a:pPr marL="0" lvl="1" indent="0">
              <a:buNone/>
            </a:pPr>
            <a:r>
              <a:rPr lang="en-US" dirty="0">
                <a:latin typeface="Avenir Next LT Pro Light"/>
                <a:ea typeface="Calibri"/>
                <a:cs typeface="Calibri"/>
              </a:rPr>
              <a:t>USB forwarding is enabled by launching CVD with specific flags </a:t>
            </a:r>
            <a:r>
              <a:rPr lang="en-US" dirty="0" err="1">
                <a:latin typeface="Avenir Next LT Pro Light"/>
                <a:ea typeface="Calibri"/>
                <a:cs typeface="Calibri"/>
              </a:rPr>
              <a:t>toaccept</a:t>
            </a:r>
            <a:r>
              <a:rPr lang="en-US" dirty="0">
                <a:latin typeface="Avenir Next LT Pro Light"/>
                <a:ea typeface="Calibri"/>
                <a:cs typeface="Calibri"/>
              </a:rPr>
              <a:t> physical device attachments.</a:t>
            </a:r>
          </a:p>
          <a:p>
            <a:pPr marL="0" indent="0">
              <a:spcBef>
                <a:spcPts val="2500"/>
              </a:spcBef>
              <a:buNone/>
            </a:pPr>
            <a:r>
              <a:rPr lang="en-US" b="1">
                <a:latin typeface="Avenir Next LT Pro Light"/>
                <a:ea typeface="Calibri"/>
                <a:cs typeface="Calibri"/>
              </a:rPr>
              <a:t>Device Identification</a:t>
            </a:r>
          </a:p>
          <a:p>
            <a:pPr marL="0" lvl="1" indent="0">
              <a:buNone/>
            </a:pPr>
            <a:r>
              <a:rPr lang="en-US" dirty="0">
                <a:latin typeface="Avenir Next LT Pro Light"/>
                <a:ea typeface="Calibri"/>
                <a:cs typeface="Calibri"/>
              </a:rPr>
              <a:t>The `</a:t>
            </a:r>
            <a:r>
              <a:rPr lang="en-US" dirty="0" err="1">
                <a:latin typeface="Avenir Next LT Pro Light"/>
                <a:ea typeface="Calibri"/>
                <a:cs typeface="Calibri"/>
              </a:rPr>
              <a:t>lsusb</a:t>
            </a:r>
            <a:r>
              <a:rPr lang="en-US" dirty="0">
                <a:latin typeface="Avenir Next LT Pro Light"/>
                <a:ea typeface="Calibri"/>
                <a:cs typeface="Calibri"/>
              </a:rPr>
              <a:t>` command lists connected USB devices with bus, device </a:t>
            </a:r>
            <a:r>
              <a:rPr lang="en-US" dirty="0" err="1">
                <a:latin typeface="Avenir Next LT Pro Light"/>
                <a:ea typeface="Calibri"/>
                <a:cs typeface="Calibri"/>
              </a:rPr>
              <a:t>ID,and</a:t>
            </a:r>
            <a:r>
              <a:rPr lang="en-US" dirty="0">
                <a:latin typeface="Avenir Next LT Pro Light"/>
                <a:ea typeface="Calibri"/>
                <a:cs typeface="Calibri"/>
              </a:rPr>
              <a:t> vendor-product identifiers.</a:t>
            </a:r>
          </a:p>
          <a:p>
            <a:pPr marL="0" indent="0">
              <a:spcBef>
                <a:spcPts val="2500"/>
              </a:spcBef>
              <a:buNone/>
            </a:pPr>
            <a:r>
              <a:rPr lang="en-US" b="1">
                <a:latin typeface="Avenir Next LT Pro Light"/>
                <a:ea typeface="Calibri"/>
                <a:cs typeface="Calibri"/>
              </a:rPr>
              <a:t>Attaching and Detaching Devices</a:t>
            </a:r>
          </a:p>
          <a:p>
            <a:pPr marL="0" lvl="1" indent="0">
              <a:buNone/>
            </a:pPr>
            <a:r>
              <a:rPr lang="en-US" dirty="0">
                <a:latin typeface="Avenir Next LT Pro Light"/>
                <a:ea typeface="Calibri"/>
                <a:cs typeface="Calibri"/>
              </a:rPr>
              <a:t>Physical devices are attached and detached from the VM using </a:t>
            </a:r>
            <a:r>
              <a:rPr lang="en-US" dirty="0" err="1">
                <a:latin typeface="Avenir Next LT Pro Light"/>
                <a:ea typeface="Calibri"/>
                <a:cs typeface="Calibri"/>
              </a:rPr>
              <a:t>the`crosvm</a:t>
            </a:r>
            <a:r>
              <a:rPr lang="en-US" dirty="0">
                <a:latin typeface="Avenir Next LT Pro Light"/>
                <a:ea typeface="Calibri"/>
                <a:cs typeface="Calibri"/>
              </a:rPr>
              <a:t> </a:t>
            </a:r>
            <a:r>
              <a:rPr lang="en-US" dirty="0" err="1">
                <a:latin typeface="Avenir Next LT Pro Light"/>
                <a:ea typeface="Calibri"/>
                <a:cs typeface="Calibri"/>
              </a:rPr>
              <a:t>usb</a:t>
            </a:r>
            <a:r>
              <a:rPr lang="en-US" dirty="0">
                <a:latin typeface="Avenir Next LT Pro Light"/>
                <a:ea typeface="Calibri"/>
                <a:cs typeface="Calibri"/>
              </a:rPr>
              <a:t> attach` and `detach` commands.</a:t>
            </a:r>
          </a:p>
          <a:p>
            <a:pPr marL="0" indent="0">
              <a:spcBef>
                <a:spcPts val="2500"/>
              </a:spcBef>
              <a:buNone/>
            </a:pPr>
            <a:r>
              <a:rPr lang="en-US" b="1">
                <a:latin typeface="Avenir Next LT Pro Light"/>
                <a:ea typeface="Calibri"/>
                <a:cs typeface="Calibri"/>
              </a:rPr>
              <a:t>Testing Hardware Integration</a:t>
            </a:r>
          </a:p>
          <a:p>
            <a:pPr marL="0" lvl="1" indent="0">
              <a:buNone/>
            </a:pPr>
            <a:r>
              <a:rPr lang="en-US" dirty="0">
                <a:latin typeface="Avenir Next LT Pro Light"/>
                <a:ea typeface="Calibri"/>
                <a:cs typeface="Calibri"/>
              </a:rPr>
              <a:t>Passthrough enables realistic testing of storage, Bluetooth, and </a:t>
            </a:r>
            <a:r>
              <a:rPr lang="en-US" dirty="0" err="1">
                <a:latin typeface="Avenir Next LT Pro Light"/>
                <a:ea typeface="Calibri"/>
                <a:cs typeface="Calibri"/>
              </a:rPr>
              <a:t>sensorswithin</a:t>
            </a:r>
            <a:r>
              <a:rPr lang="en-US" dirty="0">
                <a:latin typeface="Avenir Next LT Pro Light"/>
                <a:ea typeface="Calibri"/>
                <a:cs typeface="Calibri"/>
              </a:rPr>
              <a:t> the virtual environment.</a:t>
            </a:r>
            <a:endParaRPr lang="en-US">
              <a:latin typeface="Avenir Next LT Pro Light"/>
            </a:endParaRPr>
          </a:p>
          <a:p>
            <a:pPr marL="0" indent="0">
              <a:spcBef>
                <a:spcPts val="2500"/>
              </a:spcBef>
              <a:buNone/>
            </a:pPr>
            <a:endParaRPr lang="en-US" b="1" dirty="0">
              <a:latin typeface="Avenir Next LT Pro Light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131637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41395D-6F28-F289-172E-1456961416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CustomShape 2">
            <a:extLst>
              <a:ext uri="{FF2B5EF4-FFF2-40B4-BE49-F238E27FC236}">
                <a16:creationId xmlns:a16="http://schemas.microsoft.com/office/drawing/2014/main" id="{D830FEBE-7ADF-55C5-F382-FB35A9D49FD3}"/>
              </a:ext>
            </a:extLst>
          </p:cNvPr>
          <p:cNvSpPr/>
          <p:nvPr/>
        </p:nvSpPr>
        <p:spPr>
          <a:xfrm>
            <a:off x="3556080" y="6356520"/>
            <a:ext cx="4469040" cy="3636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200" b="0" strike="noStrike" spc="-1" noProof="1">
                <a:solidFill>
                  <a:srgbClr val="035C75"/>
                </a:solidFill>
                <a:latin typeface="Constantia"/>
                <a:ea typeface="DejaVu Sans"/>
              </a:rPr>
              <a:t>John Soft Technologies LLP Confidential</a:t>
            </a:r>
            <a:endParaRPr lang="en-US" sz="1200" b="0" strike="noStrike" spc="-1" noProof="1">
              <a:latin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841C9AE-939A-4810-5B33-0E41D5D67505}"/>
              </a:ext>
            </a:extLst>
          </p:cNvPr>
          <p:cNvSpPr txBox="1"/>
          <p:nvPr/>
        </p:nvSpPr>
        <p:spPr>
          <a:xfrm>
            <a:off x="419261" y="2012375"/>
            <a:ext cx="5220788" cy="3139321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r>
              <a:rPr lang="en-US" sz="6600">
                <a:latin typeface="Avenir Next LT Pro"/>
              </a:rPr>
              <a:t>Commands for Passthrough</a:t>
            </a:r>
            <a:endParaRPr lang="en-US" sz="66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AE9CAC-2E62-353D-BCAD-F13CEBF26D2C}"/>
              </a:ext>
            </a:extLst>
          </p:cNvPr>
          <p:cNvSpPr>
            <a:spLocks noGrp="1"/>
          </p:cNvSpPr>
          <p:nvPr/>
        </p:nvSpPr>
        <p:spPr>
          <a:xfrm>
            <a:off x="5641849" y="1260123"/>
            <a:ext cx="5882639" cy="502005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</a:pPr>
            <a:r>
              <a:rPr lang="en-US" sz="2400" dirty="0">
                <a:latin typeface="Calibri"/>
                <a:ea typeface="Calibri"/>
                <a:cs typeface="Calibri"/>
              </a:rPr>
              <a:t>HOME=$PWD ./bin/</a:t>
            </a:r>
            <a:r>
              <a:rPr lang="en-US" sz="2400" dirty="0" err="1">
                <a:latin typeface="Calibri"/>
                <a:ea typeface="Calibri"/>
                <a:cs typeface="Calibri"/>
              </a:rPr>
              <a:t>launch_cvd</a:t>
            </a:r>
            <a:r>
              <a:rPr lang="en-US" sz="2400" dirty="0">
                <a:latin typeface="Calibri"/>
                <a:ea typeface="Calibri"/>
                <a:cs typeface="Calibri"/>
              </a:rPr>
              <a:t> --enable-</a:t>
            </a:r>
            <a:r>
              <a:rPr lang="en-US" sz="2400" dirty="0" err="1">
                <a:latin typeface="Calibri"/>
                <a:ea typeface="Calibri"/>
                <a:cs typeface="Calibri"/>
              </a:rPr>
              <a:t>usb</a:t>
            </a:r>
            <a:r>
              <a:rPr lang="en-US" sz="2400" dirty="0">
                <a:latin typeface="Calibri"/>
                <a:ea typeface="Calibri"/>
                <a:cs typeface="Calibri"/>
              </a:rPr>
              <a:t>=true</a:t>
            </a:r>
          </a:p>
          <a:p>
            <a:pPr>
              <a:lnSpc>
                <a:spcPct val="100000"/>
              </a:lnSpc>
              <a:spcBef>
                <a:spcPct val="20000"/>
              </a:spcBef>
            </a:pPr>
            <a:r>
              <a:rPr lang="en-US" sz="2400" dirty="0">
                <a:latin typeface="Calibri"/>
                <a:ea typeface="Calibri"/>
                <a:cs typeface="Calibri"/>
              </a:rPr>
              <a:t>$ </a:t>
            </a:r>
            <a:r>
              <a:rPr lang="en-US" sz="2400" dirty="0" err="1">
                <a:latin typeface="Calibri"/>
                <a:ea typeface="Calibri"/>
                <a:cs typeface="Calibri"/>
              </a:rPr>
              <a:t>lsusb</a:t>
            </a:r>
            <a:endParaRPr lang="en-US" sz="2400" dirty="0" err="1"/>
          </a:p>
          <a:p>
            <a:pPr>
              <a:lnSpc>
                <a:spcPct val="100000"/>
              </a:lnSpc>
              <a:spcBef>
                <a:spcPct val="20000"/>
              </a:spcBef>
            </a:pPr>
            <a:r>
              <a:rPr lang="en-US" sz="2400" b="1">
                <a:latin typeface="Calibri"/>
                <a:ea typeface="Calibri"/>
                <a:cs typeface="Calibri"/>
              </a:rPr>
              <a:t>Result:</a:t>
            </a:r>
            <a:r>
              <a:rPr lang="en-US" sz="2400">
                <a:latin typeface="Calibri"/>
                <a:ea typeface="Calibri"/>
                <a:cs typeface="Calibri"/>
              </a:rPr>
              <a:t> Bus 004 Device 006: ID 0951:172b KingstonDataTraveler 70</a:t>
            </a:r>
            <a:endParaRPr lang="en-US" sz="2400" dirty="0">
              <a:latin typeface="Calibri"/>
              <a:ea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ct val="20000"/>
              </a:spcBef>
            </a:pPr>
            <a:r>
              <a:rPr lang="en-US" sz="2400" b="1">
                <a:latin typeface="Calibri"/>
                <a:ea typeface="Calibri"/>
                <a:cs typeface="Calibri"/>
              </a:rPr>
              <a:t>Attach USB</a:t>
            </a:r>
            <a:endParaRPr lang="en-US" sz="2400" b="1" dirty="0">
              <a:latin typeface="Calibri"/>
              <a:ea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ct val="20000"/>
              </a:spcBef>
            </a:pPr>
            <a:r>
              <a:rPr lang="en-US" sz="2400" dirty="0" err="1">
                <a:latin typeface="Calibri"/>
                <a:ea typeface="Calibri"/>
                <a:cs typeface="Calibri"/>
              </a:rPr>
              <a:t>sudo</a:t>
            </a:r>
            <a:r>
              <a:rPr lang="en-US" sz="2400" dirty="0">
                <a:latin typeface="Calibri"/>
                <a:ea typeface="Calibri"/>
                <a:cs typeface="Calibri"/>
              </a:rPr>
              <a:t> ./bin/</a:t>
            </a:r>
            <a:r>
              <a:rPr lang="en-US" sz="2400" dirty="0" err="1">
                <a:latin typeface="Calibri"/>
                <a:ea typeface="Calibri"/>
                <a:cs typeface="Calibri"/>
              </a:rPr>
              <a:t>crosvm</a:t>
            </a:r>
            <a:r>
              <a:rPr lang="en-US" sz="2400" dirty="0">
                <a:latin typeface="Calibri"/>
                <a:ea typeface="Calibri"/>
                <a:cs typeface="Calibri"/>
              </a:rPr>
              <a:t> </a:t>
            </a:r>
            <a:r>
              <a:rPr lang="en-US" sz="2400" dirty="0" err="1">
                <a:latin typeface="Calibri"/>
                <a:ea typeface="Calibri"/>
                <a:cs typeface="Calibri"/>
              </a:rPr>
              <a:t>usb</a:t>
            </a:r>
            <a:r>
              <a:rPr lang="en-US" sz="2400" dirty="0">
                <a:latin typeface="Calibri"/>
                <a:ea typeface="Calibri"/>
                <a:cs typeface="Calibri"/>
              </a:rPr>
              <a:t> attach004:006:0951:172b/dev/bus/</a:t>
            </a:r>
            <a:r>
              <a:rPr lang="en-US" sz="2400" dirty="0" err="1">
                <a:latin typeface="Calibri"/>
                <a:ea typeface="Calibri"/>
                <a:cs typeface="Calibri"/>
              </a:rPr>
              <a:t>usb</a:t>
            </a:r>
            <a:r>
              <a:rPr lang="en-US" sz="2400" dirty="0">
                <a:latin typeface="Calibri"/>
                <a:ea typeface="Calibri"/>
                <a:cs typeface="Calibri"/>
              </a:rPr>
              <a:t>/004/006/</a:t>
            </a:r>
            <a:r>
              <a:rPr lang="en-US" sz="2400" dirty="0" err="1">
                <a:latin typeface="Calibri"/>
                <a:ea typeface="Calibri"/>
                <a:cs typeface="Calibri"/>
              </a:rPr>
              <a:t>tmp</a:t>
            </a:r>
            <a:r>
              <a:rPr lang="en-US" sz="2400" dirty="0">
                <a:latin typeface="Calibri"/>
                <a:ea typeface="Calibri"/>
                <a:cs typeface="Calibri"/>
              </a:rPr>
              <a:t>/cf_avd_1000/cvd-1/internal/</a:t>
            </a:r>
            <a:r>
              <a:rPr lang="en-US" sz="2400" dirty="0" err="1">
                <a:latin typeface="Calibri"/>
                <a:ea typeface="Calibri"/>
                <a:cs typeface="Calibri"/>
              </a:rPr>
              <a:t>crosvm_control.sock</a:t>
            </a:r>
            <a:endParaRPr lang="en-US" sz="2400" dirty="0" err="1"/>
          </a:p>
          <a:p>
            <a:pPr>
              <a:lnSpc>
                <a:spcPct val="100000"/>
              </a:lnSpc>
              <a:spcBef>
                <a:spcPct val="20000"/>
              </a:spcBef>
            </a:pPr>
            <a:r>
              <a:rPr lang="en-US" sz="2400" b="1">
                <a:latin typeface="Calibri"/>
                <a:ea typeface="Calibri"/>
                <a:cs typeface="Calibri"/>
              </a:rPr>
              <a:t>Detach USB</a:t>
            </a:r>
            <a:endParaRPr lang="en-US" sz="2400" b="1" dirty="0">
              <a:latin typeface="Calibri"/>
              <a:ea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ct val="20000"/>
              </a:spcBef>
            </a:pPr>
            <a:r>
              <a:rPr lang="en-US" sz="2400" dirty="0" err="1">
                <a:latin typeface="Calibri"/>
                <a:ea typeface="Calibri"/>
                <a:cs typeface="Calibri"/>
              </a:rPr>
              <a:t>sudo</a:t>
            </a:r>
            <a:r>
              <a:rPr lang="en-US" sz="2400" dirty="0">
                <a:latin typeface="Calibri"/>
                <a:ea typeface="Calibri"/>
                <a:cs typeface="Calibri"/>
              </a:rPr>
              <a:t> ./bin/</a:t>
            </a:r>
            <a:r>
              <a:rPr lang="en-US" sz="2400" dirty="0" err="1">
                <a:latin typeface="Calibri"/>
                <a:ea typeface="Calibri"/>
                <a:cs typeface="Calibri"/>
              </a:rPr>
              <a:t>crosvm</a:t>
            </a:r>
            <a:r>
              <a:rPr lang="en-US" sz="2400" dirty="0">
                <a:latin typeface="Calibri"/>
                <a:ea typeface="Calibri"/>
                <a:cs typeface="Calibri"/>
              </a:rPr>
              <a:t> </a:t>
            </a:r>
            <a:r>
              <a:rPr lang="en-US" sz="2400" dirty="0" err="1">
                <a:latin typeface="Calibri"/>
                <a:ea typeface="Calibri"/>
                <a:cs typeface="Calibri"/>
              </a:rPr>
              <a:t>usb</a:t>
            </a:r>
            <a:r>
              <a:rPr lang="en-US" sz="2400" dirty="0">
                <a:latin typeface="Calibri"/>
                <a:ea typeface="Calibri"/>
                <a:cs typeface="Calibri"/>
              </a:rPr>
              <a:t> detach/</a:t>
            </a:r>
            <a:r>
              <a:rPr lang="en-US" sz="2400" dirty="0" err="1">
                <a:latin typeface="Calibri"/>
                <a:ea typeface="Calibri"/>
                <a:cs typeface="Calibri"/>
              </a:rPr>
              <a:t>tmp</a:t>
            </a:r>
            <a:r>
              <a:rPr lang="en-US" sz="2400" dirty="0">
                <a:latin typeface="Calibri"/>
                <a:ea typeface="Calibri"/>
                <a:cs typeface="Calibri"/>
              </a:rPr>
              <a:t>/cf_avd_1000/cvd-1/internal/</a:t>
            </a:r>
            <a:r>
              <a:rPr lang="en-US" sz="2400" dirty="0" err="1">
                <a:latin typeface="Calibri"/>
                <a:ea typeface="Calibri"/>
                <a:cs typeface="Calibri"/>
              </a:rPr>
              <a:t>crosvm_control.sock</a:t>
            </a:r>
            <a:endParaRPr lang="en-US" sz="2400">
              <a:latin typeface="Calibri"/>
              <a:ea typeface="Calibri"/>
              <a:cs typeface="Calibri"/>
            </a:endParaRPr>
          </a:p>
          <a:p>
            <a:pPr marL="0" indent="0">
              <a:spcBef>
                <a:spcPts val="2500"/>
              </a:spcBef>
              <a:buNone/>
            </a:pPr>
            <a:endParaRPr lang="en-US" b="1" dirty="0">
              <a:latin typeface="Avenir Next LT Pro Light"/>
              <a:ea typeface="Calibri"/>
              <a:cs typeface="Calibri"/>
            </a:endParaRPr>
          </a:p>
          <a:p>
            <a:pPr marL="0" indent="0">
              <a:spcBef>
                <a:spcPts val="2500"/>
              </a:spcBef>
              <a:buNone/>
            </a:pPr>
            <a:endParaRPr lang="en-US" b="1" dirty="0">
              <a:latin typeface="Avenir Next LT Pro Light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138121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53FD5E-6A79-62F2-3948-1B6B2AA15D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CustomShape 2">
            <a:extLst>
              <a:ext uri="{FF2B5EF4-FFF2-40B4-BE49-F238E27FC236}">
                <a16:creationId xmlns:a16="http://schemas.microsoft.com/office/drawing/2014/main" id="{405FDB72-4513-6D48-6B40-149F860100B0}"/>
              </a:ext>
            </a:extLst>
          </p:cNvPr>
          <p:cNvSpPr/>
          <p:nvPr/>
        </p:nvSpPr>
        <p:spPr>
          <a:xfrm>
            <a:off x="3556080" y="6356520"/>
            <a:ext cx="4469040" cy="3636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200" b="0" strike="noStrike" spc="-1" noProof="1">
                <a:solidFill>
                  <a:srgbClr val="035C75"/>
                </a:solidFill>
                <a:latin typeface="Constantia"/>
                <a:ea typeface="DejaVu Sans"/>
              </a:rPr>
              <a:t>John Soft Technologies LLP Confidential</a:t>
            </a:r>
            <a:endParaRPr lang="en-US" sz="1200" b="0" strike="noStrike" spc="-1" noProof="1">
              <a:latin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1AD643B-6978-34E5-24C2-E3B4FD61391A}"/>
              </a:ext>
            </a:extLst>
          </p:cNvPr>
          <p:cNvSpPr txBox="1"/>
          <p:nvPr/>
        </p:nvSpPr>
        <p:spPr>
          <a:xfrm>
            <a:off x="815918" y="3943472"/>
            <a:ext cx="6118486" cy="3139321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r>
              <a:rPr lang="en-US" sz="6600" dirty="0">
                <a:latin typeface="Avenir Next LT Pro"/>
              </a:rPr>
              <a:t>Virtual </a:t>
            </a:r>
            <a:r>
              <a:rPr lang="en-US" sz="6600">
                <a:latin typeface="Avenir Next LT Pro"/>
              </a:rPr>
              <a:t>USB Storage</a:t>
            </a:r>
            <a:endParaRPr lang="en-US" sz="6600" dirty="0">
              <a:latin typeface="Avenir Next LT Pro"/>
            </a:endParaRPr>
          </a:p>
          <a:p>
            <a:endParaRPr lang="en-US" sz="6600" dirty="0">
              <a:latin typeface="Avenir Next LT Pro"/>
            </a:endParaRPr>
          </a:p>
        </p:txBody>
      </p:sp>
    </p:spTree>
    <p:extLst>
      <p:ext uri="{BB962C8B-B14F-4D97-AF65-F5344CB8AC3E}">
        <p14:creationId xmlns:p14="http://schemas.microsoft.com/office/powerpoint/2010/main" val="7014866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9CC660-A7B2-B3D1-CCAB-859BCE63D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CustomShape 2">
            <a:extLst>
              <a:ext uri="{FF2B5EF4-FFF2-40B4-BE49-F238E27FC236}">
                <a16:creationId xmlns:a16="http://schemas.microsoft.com/office/drawing/2014/main" id="{795B58AE-DC11-4EF7-53F6-D55E341541F9}"/>
              </a:ext>
            </a:extLst>
          </p:cNvPr>
          <p:cNvSpPr/>
          <p:nvPr/>
        </p:nvSpPr>
        <p:spPr>
          <a:xfrm>
            <a:off x="3556080" y="6356520"/>
            <a:ext cx="4469040" cy="3636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200" b="0" strike="noStrike" spc="-1" noProof="1">
                <a:solidFill>
                  <a:srgbClr val="035C75"/>
                </a:solidFill>
                <a:latin typeface="Constantia"/>
                <a:ea typeface="DejaVu Sans"/>
              </a:rPr>
              <a:t>John Soft Technologies LLP Confidential</a:t>
            </a:r>
            <a:endParaRPr lang="en-US" sz="1200" b="0" strike="noStrike" spc="-1" noProof="1">
              <a:latin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DD673CD-72BD-7987-1FE9-5E804872C7C3}"/>
              </a:ext>
            </a:extLst>
          </p:cNvPr>
          <p:cNvSpPr txBox="1"/>
          <p:nvPr/>
        </p:nvSpPr>
        <p:spPr>
          <a:xfrm>
            <a:off x="440138" y="1855800"/>
            <a:ext cx="5220788" cy="3139321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r>
              <a:rPr lang="en-US" sz="6600" dirty="0">
                <a:latin typeface="Avenir Next LT Pro"/>
              </a:rPr>
              <a:t>Managing Virtual </a:t>
            </a:r>
            <a:r>
              <a:rPr lang="en-US" sz="6600">
                <a:latin typeface="Avenir Next LT Pro"/>
              </a:rPr>
              <a:t>USB</a:t>
            </a:r>
            <a:r>
              <a:rPr lang="en-US" sz="6600" dirty="0">
                <a:latin typeface="Avenir Next LT Pro"/>
              </a:rPr>
              <a:t> in Cuttlefish</a:t>
            </a:r>
            <a:endParaRPr lang="en-US" sz="66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35F39F-666F-8D09-D43F-E2AC1ECC404B}"/>
              </a:ext>
            </a:extLst>
          </p:cNvPr>
          <p:cNvSpPr>
            <a:spLocks noGrp="1"/>
          </p:cNvSpPr>
          <p:nvPr/>
        </p:nvSpPr>
        <p:spPr>
          <a:xfrm>
            <a:off x="5641849" y="1260123"/>
            <a:ext cx="5882639" cy="502005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2500"/>
              </a:spcBef>
              <a:buNone/>
            </a:pPr>
            <a:r>
              <a:rPr lang="en-US" b="1">
                <a:latin typeface="Avenir Next LT Pro Light"/>
                <a:ea typeface="Calibri"/>
                <a:cs typeface="Calibri"/>
              </a:rPr>
              <a:t>Virtual USB Device Simulation</a:t>
            </a:r>
            <a:endParaRPr lang="en-US" dirty="0">
              <a:latin typeface="Avenir Next LT Pro Light"/>
              <a:ea typeface="Calibri"/>
              <a:cs typeface="Calibri"/>
            </a:endParaRPr>
          </a:p>
          <a:p>
            <a:pPr marL="0" lvl="1" indent="0">
              <a:buNone/>
            </a:pPr>
            <a:r>
              <a:rPr lang="en-US" dirty="0">
                <a:latin typeface="Avenir Next LT Pro Light"/>
                <a:ea typeface="Calibri"/>
                <a:cs typeface="Calibri"/>
              </a:rPr>
              <a:t>Cuttlefish simulates USB storage devices via Android’s Storage </a:t>
            </a:r>
            <a:r>
              <a:rPr lang="en-US" dirty="0" err="1">
                <a:latin typeface="Avenir Next LT Pro Light"/>
                <a:ea typeface="Calibri"/>
                <a:cs typeface="Calibri"/>
              </a:rPr>
              <a:t>Managerto</a:t>
            </a:r>
            <a:r>
              <a:rPr lang="en-US" dirty="0">
                <a:latin typeface="Avenir Next LT Pro Light"/>
                <a:ea typeface="Calibri"/>
                <a:cs typeface="Calibri"/>
              </a:rPr>
              <a:t> test file operations without physical hardware.</a:t>
            </a:r>
          </a:p>
          <a:p>
            <a:pPr marL="0" indent="0">
              <a:spcBef>
                <a:spcPts val="2500"/>
              </a:spcBef>
              <a:buNone/>
            </a:pPr>
            <a:r>
              <a:rPr lang="en-US" b="1">
                <a:latin typeface="Avenir Next LT Pro Light"/>
                <a:ea typeface="Calibri"/>
                <a:cs typeface="Calibri"/>
              </a:rPr>
              <a:t>Mounting and Unmounting Storage</a:t>
            </a:r>
            <a:endParaRPr lang="en-US" dirty="0">
              <a:latin typeface="Avenir Next LT Pro Light"/>
              <a:ea typeface="Calibri"/>
              <a:cs typeface="Calibri"/>
            </a:endParaRPr>
          </a:p>
          <a:p>
            <a:pPr marL="0" lvl="1" indent="0">
              <a:buNone/>
            </a:pPr>
            <a:r>
              <a:rPr lang="en-US" dirty="0">
                <a:latin typeface="Avenir Next LT Pro Light"/>
                <a:ea typeface="Calibri"/>
                <a:cs typeface="Calibri"/>
              </a:rPr>
              <a:t>Commands like `</a:t>
            </a:r>
            <a:r>
              <a:rPr lang="en-US" dirty="0" err="1">
                <a:latin typeface="Avenir Next LT Pro Light"/>
                <a:ea typeface="Calibri"/>
                <a:cs typeface="Calibri"/>
              </a:rPr>
              <a:t>sm</a:t>
            </a:r>
            <a:r>
              <a:rPr lang="en-US" dirty="0">
                <a:latin typeface="Avenir Next LT Pro Light"/>
                <a:ea typeface="Calibri"/>
                <a:cs typeface="Calibri"/>
              </a:rPr>
              <a:t> mount` and `</a:t>
            </a:r>
            <a:r>
              <a:rPr lang="en-US" dirty="0" err="1">
                <a:latin typeface="Avenir Next LT Pro Light"/>
                <a:ea typeface="Calibri"/>
                <a:cs typeface="Calibri"/>
              </a:rPr>
              <a:t>sm</a:t>
            </a:r>
            <a:r>
              <a:rPr lang="en-US" dirty="0">
                <a:latin typeface="Avenir Next LT Pro Light"/>
                <a:ea typeface="Calibri"/>
                <a:cs typeface="Calibri"/>
              </a:rPr>
              <a:t> unmount` enable dynamic </a:t>
            </a:r>
            <a:r>
              <a:rPr lang="en-US" dirty="0" err="1">
                <a:latin typeface="Avenir Next LT Pro Light"/>
                <a:ea typeface="Calibri"/>
                <a:cs typeface="Calibri"/>
              </a:rPr>
              <a:t>controlover</a:t>
            </a:r>
            <a:r>
              <a:rPr lang="en-US" dirty="0">
                <a:latin typeface="Avenir Next LT Pro Light"/>
                <a:ea typeface="Calibri"/>
                <a:cs typeface="Calibri"/>
              </a:rPr>
              <a:t> virtual USB storage access in Android.</a:t>
            </a:r>
          </a:p>
          <a:p>
            <a:pPr marL="0" indent="0">
              <a:spcBef>
                <a:spcPts val="2500"/>
              </a:spcBef>
              <a:buNone/>
            </a:pPr>
            <a:r>
              <a:rPr lang="en-US" b="1">
                <a:latin typeface="Avenir Next LT Pro Light"/>
                <a:ea typeface="Calibri"/>
                <a:cs typeface="Calibri"/>
              </a:rPr>
              <a:t>File Testing and Validation</a:t>
            </a:r>
            <a:endParaRPr lang="en-US" dirty="0">
              <a:latin typeface="Avenir Next LT Pro Light"/>
              <a:ea typeface="Calibri"/>
              <a:cs typeface="Calibri"/>
            </a:endParaRPr>
          </a:p>
          <a:p>
            <a:pPr marL="0" lvl="1" indent="0">
              <a:buNone/>
            </a:pPr>
            <a:r>
              <a:rPr lang="en-US" dirty="0">
                <a:latin typeface="Avenir Next LT Pro Light"/>
                <a:ea typeface="Calibri"/>
                <a:cs typeface="Calibri"/>
              </a:rPr>
              <a:t>Developers push files to mounted storage to verify media </a:t>
            </a:r>
            <a:r>
              <a:rPr lang="en-US" dirty="0" err="1">
                <a:latin typeface="Avenir Next LT Pro Light"/>
                <a:ea typeface="Calibri"/>
                <a:cs typeface="Calibri"/>
              </a:rPr>
              <a:t>scanning,permissions</a:t>
            </a:r>
            <a:r>
              <a:rPr lang="en-US" dirty="0">
                <a:latin typeface="Avenir Next LT Pro Light"/>
                <a:ea typeface="Calibri"/>
                <a:cs typeface="Calibri"/>
              </a:rPr>
              <a:t>, and application access behaviors.</a:t>
            </a:r>
            <a:endParaRPr lang="en-US" dirty="0">
              <a:latin typeface="Avenir Next LT Pro Light"/>
            </a:endParaRPr>
          </a:p>
          <a:p>
            <a:pPr marL="0" indent="0">
              <a:spcBef>
                <a:spcPts val="2500"/>
              </a:spcBef>
              <a:buNone/>
            </a:pPr>
            <a:r>
              <a:rPr lang="en-US" b="1">
                <a:latin typeface="Avenir Next LT Pro Light"/>
                <a:ea typeface="Calibri"/>
                <a:cs typeface="Calibri"/>
              </a:rPr>
              <a:t>Benefits for Automated Testing</a:t>
            </a:r>
            <a:endParaRPr lang="en-US" dirty="0">
              <a:latin typeface="Avenir Next LT Pro Light"/>
              <a:ea typeface="Calibri"/>
              <a:cs typeface="Calibri"/>
            </a:endParaRPr>
          </a:p>
          <a:p>
            <a:pPr marL="0" lvl="1" indent="0">
              <a:buNone/>
            </a:pPr>
            <a:r>
              <a:rPr lang="en-US" dirty="0">
                <a:latin typeface="Avenir Next LT Pro Light"/>
                <a:ea typeface="Calibri"/>
                <a:cs typeface="Calibri"/>
              </a:rPr>
              <a:t>Virtual USB devices in Cuttlefish facilitate controlled and </a:t>
            </a:r>
            <a:r>
              <a:rPr lang="en-US" dirty="0" err="1">
                <a:latin typeface="Avenir Next LT Pro Light"/>
                <a:ea typeface="Calibri"/>
                <a:cs typeface="Calibri"/>
              </a:rPr>
              <a:t>scriptabletesting</a:t>
            </a:r>
            <a:r>
              <a:rPr lang="en-US" dirty="0">
                <a:latin typeface="Avenir Next LT Pro Light"/>
                <a:ea typeface="Calibri"/>
                <a:cs typeface="Calibri"/>
              </a:rPr>
              <a:t> environments without physical USB limitations.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40731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0087E6-567D-7926-2EDC-FE6FC7E7EF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CustomShape 2">
            <a:extLst>
              <a:ext uri="{FF2B5EF4-FFF2-40B4-BE49-F238E27FC236}">
                <a16:creationId xmlns:a16="http://schemas.microsoft.com/office/drawing/2014/main" id="{EEFE756E-45F6-29D8-0AA6-5EAF212F62B1}"/>
              </a:ext>
            </a:extLst>
          </p:cNvPr>
          <p:cNvSpPr/>
          <p:nvPr/>
        </p:nvSpPr>
        <p:spPr>
          <a:xfrm>
            <a:off x="3556080" y="6356520"/>
            <a:ext cx="4469040" cy="3636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200" b="0" strike="noStrike" spc="-1" noProof="1">
                <a:solidFill>
                  <a:srgbClr val="035C75"/>
                </a:solidFill>
                <a:latin typeface="Constantia"/>
                <a:ea typeface="DejaVu Sans"/>
              </a:rPr>
              <a:t>John Soft Technologies LLP Confidential</a:t>
            </a:r>
            <a:endParaRPr lang="en-US" sz="1200" b="0" strike="noStrike" spc="-1" noProof="1">
              <a:latin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7BC06EF-CA87-6C18-63EC-C33596B467EB}"/>
              </a:ext>
            </a:extLst>
          </p:cNvPr>
          <p:cNvSpPr txBox="1"/>
          <p:nvPr/>
        </p:nvSpPr>
        <p:spPr>
          <a:xfrm>
            <a:off x="440138" y="1855800"/>
            <a:ext cx="5220788" cy="3139321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r>
              <a:rPr lang="en-US" sz="6600" dirty="0">
                <a:latin typeface="Avenir Next LT Pro"/>
              </a:rPr>
              <a:t>Commands for </a:t>
            </a:r>
            <a:r>
              <a:rPr lang="en-US" sz="6600">
                <a:latin typeface="Avenir Next LT Pro"/>
              </a:rPr>
              <a:t>Enable</a:t>
            </a:r>
            <a:endParaRPr lang="en-US" sz="6600">
              <a:latin typeface="Arial"/>
            </a:endParaRPr>
          </a:p>
          <a:p>
            <a:r>
              <a:rPr lang="en-US" sz="6600">
                <a:latin typeface="Avenir Next LT Pro"/>
              </a:rPr>
              <a:t>Virtual USB</a:t>
            </a:r>
            <a:endParaRPr lang="en-US" sz="6600" dirty="0">
              <a:latin typeface="Avenir Next LT Pro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52DBF9-BEC1-064F-205D-EB92EFC6B1B7}"/>
              </a:ext>
            </a:extLst>
          </p:cNvPr>
          <p:cNvSpPr>
            <a:spLocks noGrp="1"/>
          </p:cNvSpPr>
          <p:nvPr/>
        </p:nvSpPr>
        <p:spPr>
          <a:xfrm>
            <a:off x="5787986" y="2335274"/>
            <a:ext cx="5882639" cy="502005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Font typeface="Arial"/>
              <a:buChar char="•"/>
            </a:pPr>
            <a:r>
              <a:rPr lang="en-US" sz="2400">
                <a:latin typeface="Calibri"/>
                <a:ea typeface="Calibri"/>
                <a:cs typeface="Calibri"/>
              </a:rPr>
              <a:t>ADB shell</a:t>
            </a:r>
            <a:endParaRPr lang="en-US" sz="2400" dirty="0">
              <a:latin typeface="Calibri"/>
              <a:ea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ct val="20000"/>
              </a:spcBef>
              <a:buFont typeface="Arial"/>
              <a:buChar char="•"/>
            </a:pPr>
            <a:r>
              <a:rPr lang="en-US" sz="2400" dirty="0">
                <a:latin typeface="Calibri"/>
                <a:ea typeface="Calibri"/>
                <a:cs typeface="Calibri"/>
              </a:rPr>
              <a:t>$ </a:t>
            </a:r>
            <a:r>
              <a:rPr lang="en-US" sz="2400" dirty="0" err="1">
                <a:latin typeface="Calibri"/>
                <a:ea typeface="Calibri"/>
                <a:cs typeface="Calibri"/>
              </a:rPr>
              <a:t>sm</a:t>
            </a:r>
            <a:r>
              <a:rPr lang="en-US" sz="2400" dirty="0">
                <a:latin typeface="Calibri"/>
                <a:ea typeface="Calibri"/>
                <a:cs typeface="Calibri"/>
              </a:rPr>
              <a:t> list-volumes</a:t>
            </a:r>
          </a:p>
          <a:p>
            <a:pPr>
              <a:lnSpc>
                <a:spcPct val="100000"/>
              </a:lnSpc>
              <a:spcBef>
                <a:spcPct val="20000"/>
              </a:spcBef>
              <a:buFont typeface="Arial"/>
              <a:buChar char="•"/>
            </a:pPr>
            <a:r>
              <a:rPr lang="en-US" sz="2400" b="1">
                <a:latin typeface="Calibri"/>
                <a:ea typeface="Calibri"/>
                <a:cs typeface="Calibri"/>
              </a:rPr>
              <a:t>Result:</a:t>
            </a:r>
            <a:r>
              <a:rPr lang="en-US" sz="2400">
                <a:ea typeface="+mn-lt"/>
                <a:cs typeface="+mn-lt"/>
              </a:rPr>
              <a:t>public:253,81 mounted 4E67-CA4D</a:t>
            </a:r>
            <a:endParaRPr lang="en-US" sz="2400" dirty="0">
              <a:latin typeface="Calibri"/>
              <a:ea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ct val="20000"/>
              </a:spcBef>
              <a:buFont typeface="Arial"/>
              <a:buChar char="•"/>
            </a:pPr>
            <a:r>
              <a:rPr lang="en-US" sz="2400" dirty="0">
                <a:latin typeface="Calibri"/>
                <a:ea typeface="Calibri"/>
                <a:cs typeface="Calibri"/>
              </a:rPr>
              <a:t>$ </a:t>
            </a:r>
            <a:r>
              <a:rPr lang="en-US" sz="2400" dirty="0" err="1">
                <a:latin typeface="Calibri"/>
                <a:ea typeface="Calibri"/>
                <a:cs typeface="Calibri"/>
              </a:rPr>
              <a:t>sm</a:t>
            </a:r>
            <a:r>
              <a:rPr lang="en-US" sz="2400" dirty="0">
                <a:latin typeface="Calibri"/>
                <a:ea typeface="Calibri"/>
                <a:cs typeface="Calibri"/>
              </a:rPr>
              <a:t> mount public:253,33</a:t>
            </a:r>
          </a:p>
          <a:p>
            <a:pPr>
              <a:lnSpc>
                <a:spcPct val="100000"/>
              </a:lnSpc>
              <a:spcBef>
                <a:spcPct val="20000"/>
              </a:spcBef>
              <a:buFont typeface="Arial"/>
              <a:buChar char="•"/>
            </a:pPr>
            <a:r>
              <a:rPr lang="en-US" sz="2400" dirty="0">
                <a:latin typeface="Calibri"/>
                <a:ea typeface="Calibri"/>
                <a:cs typeface="Calibri"/>
              </a:rPr>
              <a:t>$ </a:t>
            </a:r>
            <a:r>
              <a:rPr lang="en-US" sz="2400" dirty="0" err="1">
                <a:latin typeface="Calibri"/>
                <a:ea typeface="Calibri"/>
                <a:cs typeface="Calibri"/>
              </a:rPr>
              <a:t>sm</a:t>
            </a:r>
            <a:r>
              <a:rPr lang="en-US" sz="2400" dirty="0">
                <a:latin typeface="Calibri"/>
                <a:ea typeface="Calibri"/>
                <a:cs typeface="Calibri"/>
              </a:rPr>
              <a:t> unmount public:253,33</a:t>
            </a:r>
          </a:p>
          <a:p>
            <a:pPr>
              <a:lnSpc>
                <a:spcPct val="100000"/>
              </a:lnSpc>
              <a:spcBef>
                <a:spcPct val="20000"/>
              </a:spcBef>
              <a:buFont typeface="Arial"/>
              <a:buChar char="•"/>
            </a:pPr>
            <a:r>
              <a:rPr lang="en-US" sz="2400" dirty="0">
                <a:latin typeface="Calibri"/>
                <a:ea typeface="Calibri"/>
                <a:cs typeface="Calibri"/>
              </a:rPr>
              <a:t>Path: </a:t>
            </a:r>
            <a:r>
              <a:rPr lang="en-US" sz="2400" dirty="0" err="1">
                <a:latin typeface="Calibri"/>
                <a:ea typeface="Calibri"/>
                <a:cs typeface="Calibri"/>
              </a:rPr>
              <a:t>mnt</a:t>
            </a:r>
            <a:r>
              <a:rPr lang="en-US" sz="2400" dirty="0">
                <a:latin typeface="Calibri"/>
                <a:ea typeface="Calibri"/>
                <a:cs typeface="Calibri"/>
              </a:rPr>
              <a:t>/</a:t>
            </a:r>
            <a:r>
              <a:rPr lang="en-US" sz="2400" dirty="0" err="1">
                <a:latin typeface="Calibri"/>
                <a:ea typeface="Calibri"/>
                <a:cs typeface="Calibri"/>
              </a:rPr>
              <a:t>media_rw</a:t>
            </a:r>
            <a:r>
              <a:rPr lang="en-US" sz="2400" dirty="0">
                <a:latin typeface="Calibri"/>
                <a:ea typeface="Calibri"/>
                <a:cs typeface="Calibri"/>
              </a:rPr>
              <a:t>/202B-12F4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8003732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CustomShape 1"/>
          <p:cNvSpPr/>
          <p:nvPr/>
        </p:nvSpPr>
        <p:spPr>
          <a:xfrm>
            <a:off x="1479600" y="1366560"/>
            <a:ext cx="8742600" cy="4715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6000" b="0" strike="noStrike" spc="-1" dirty="0">
                <a:solidFill>
                  <a:srgbClr val="20C9F8"/>
                </a:solidFill>
                <a:latin typeface="Arial"/>
                <a:ea typeface="DejaVu Sans"/>
              </a:rPr>
              <a:t>THANK YOU</a:t>
            </a:r>
            <a:endParaRPr lang="en-IN" sz="6000" b="0" strike="noStrike" spc="-1" dirty="0">
              <a:latin typeface="Arial"/>
            </a:endParaRPr>
          </a:p>
        </p:txBody>
      </p:sp>
      <p:sp>
        <p:nvSpPr>
          <p:cNvPr id="229" name="CustomShape 2"/>
          <p:cNvSpPr/>
          <p:nvPr/>
        </p:nvSpPr>
        <p:spPr>
          <a:xfrm>
            <a:off x="3556080" y="6356520"/>
            <a:ext cx="4469040" cy="3636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IN" sz="1200" b="0" strike="noStrike" spc="-1" dirty="0">
                <a:solidFill>
                  <a:srgbClr val="035C75"/>
                </a:solidFill>
                <a:latin typeface="Constantia"/>
                <a:ea typeface="DejaVu Sans"/>
              </a:rPr>
              <a:t>John Soft Technologies LLP Confidential</a:t>
            </a:r>
            <a:endParaRPr lang="en-IN" sz="120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0</TotalTime>
  <Words>50</Words>
  <Application>Microsoft Office PowerPoint</Application>
  <PresentationFormat>Widescreen</PresentationFormat>
  <Paragraphs>28</Paragraphs>
  <Slides>17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HP</dc:creator>
  <dc:description/>
  <cp:lastModifiedBy>Patra, Arijit</cp:lastModifiedBy>
  <cp:revision>594</cp:revision>
  <dcterms:modified xsi:type="dcterms:W3CDTF">2026-04-24T13:05:19Z</dcterms:modified>
  <dc:language>en-IN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HiddenSlides">
    <vt:i4>0</vt:i4>
  </property>
  <property fmtid="{D5CDD505-2E9C-101B-9397-08002B2CF9AE}" pid="4" name="HyperlinksChanged">
    <vt:bool>false</vt:bool>
  </property>
  <property fmtid="{D5CDD505-2E9C-101B-9397-08002B2CF9AE}" pid="5" name="LinksUpToDate">
    <vt:bool>false</vt:bool>
  </property>
  <property fmtid="{D5CDD505-2E9C-101B-9397-08002B2CF9AE}" pid="6" name="MMClips">
    <vt:i4>0</vt:i4>
  </property>
  <property fmtid="{D5CDD505-2E9C-101B-9397-08002B2CF9AE}" pid="7" name="Notes">
    <vt:i4>0</vt:i4>
  </property>
  <property fmtid="{D5CDD505-2E9C-101B-9397-08002B2CF9AE}" pid="8" name="PresentationFormat">
    <vt:lpwstr>Widescreen</vt:lpwstr>
  </property>
  <property fmtid="{D5CDD505-2E9C-101B-9397-08002B2CF9AE}" pid="9" name="ScaleCrop">
    <vt:bool>false</vt:bool>
  </property>
  <property fmtid="{D5CDD505-2E9C-101B-9397-08002B2CF9AE}" pid="10" name="ShareDoc">
    <vt:bool>false</vt:bool>
  </property>
  <property fmtid="{D5CDD505-2E9C-101B-9397-08002B2CF9AE}" pid="11" name="Slides">
    <vt:i4>12</vt:i4>
  </property>
</Properties>
</file>